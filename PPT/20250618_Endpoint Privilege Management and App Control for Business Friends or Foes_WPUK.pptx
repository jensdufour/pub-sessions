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61"/>
  </p:notesMasterIdLst>
  <p:sldIdLst>
    <p:sldId id="256" r:id="rId6"/>
    <p:sldId id="263" r:id="rId7"/>
    <p:sldId id="369" r:id="rId8"/>
    <p:sldId id="320" r:id="rId9"/>
    <p:sldId id="264" r:id="rId10"/>
    <p:sldId id="266" r:id="rId11"/>
    <p:sldId id="267" r:id="rId12"/>
    <p:sldId id="322" r:id="rId13"/>
    <p:sldId id="329" r:id="rId14"/>
    <p:sldId id="330" r:id="rId15"/>
    <p:sldId id="328" r:id="rId16"/>
    <p:sldId id="327" r:id="rId17"/>
    <p:sldId id="342" r:id="rId18"/>
    <p:sldId id="331" r:id="rId19"/>
    <p:sldId id="332" r:id="rId20"/>
    <p:sldId id="338" r:id="rId21"/>
    <p:sldId id="337" r:id="rId22"/>
    <p:sldId id="339" r:id="rId23"/>
    <p:sldId id="349" r:id="rId24"/>
    <p:sldId id="340" r:id="rId25"/>
    <p:sldId id="350" r:id="rId26"/>
    <p:sldId id="360" r:id="rId27"/>
    <p:sldId id="361" r:id="rId28"/>
    <p:sldId id="333" r:id="rId29"/>
    <p:sldId id="351" r:id="rId30"/>
    <p:sldId id="334" r:id="rId31"/>
    <p:sldId id="335" r:id="rId32"/>
    <p:sldId id="352" r:id="rId33"/>
    <p:sldId id="341" r:id="rId34"/>
    <p:sldId id="344" r:id="rId35"/>
    <p:sldId id="345" r:id="rId36"/>
    <p:sldId id="354" r:id="rId37"/>
    <p:sldId id="356" r:id="rId38"/>
    <p:sldId id="357" r:id="rId39"/>
    <p:sldId id="346" r:id="rId40"/>
    <p:sldId id="355" r:id="rId41"/>
    <p:sldId id="358" r:id="rId42"/>
    <p:sldId id="359" r:id="rId43"/>
    <p:sldId id="347" r:id="rId44"/>
    <p:sldId id="348" r:id="rId45"/>
    <p:sldId id="343" r:id="rId46"/>
    <p:sldId id="270" r:id="rId47"/>
    <p:sldId id="353" r:id="rId48"/>
    <p:sldId id="323" r:id="rId49"/>
    <p:sldId id="336" r:id="rId50"/>
    <p:sldId id="372" r:id="rId51"/>
    <p:sldId id="363" r:id="rId52"/>
    <p:sldId id="364" r:id="rId53"/>
    <p:sldId id="365" r:id="rId54"/>
    <p:sldId id="366" r:id="rId55"/>
    <p:sldId id="367" r:id="rId56"/>
    <p:sldId id="370" r:id="rId57"/>
    <p:sldId id="371" r:id="rId58"/>
    <p:sldId id="272" r:id="rId59"/>
    <p:sldId id="368"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E6B5F0B-2FCD-4FC6-97CA-215F59750944}">
          <p14:sldIdLst>
            <p14:sldId id="256"/>
            <p14:sldId id="263"/>
            <p14:sldId id="369"/>
          </p14:sldIdLst>
        </p14:section>
        <p14:section name="EPM" id="{2E0987F6-DE28-4748-9FD8-27B36FAFF592}">
          <p14:sldIdLst>
            <p14:sldId id="320"/>
            <p14:sldId id="264"/>
            <p14:sldId id="266"/>
            <p14:sldId id="267"/>
          </p14:sldIdLst>
        </p14:section>
        <p14:section name="WDAC" id="{7F153CCE-E4D0-4098-A7D2-324174AE69C2}">
          <p14:sldIdLst>
            <p14:sldId id="322"/>
            <p14:sldId id="329"/>
            <p14:sldId id="330"/>
            <p14:sldId id="328"/>
            <p14:sldId id="327"/>
            <p14:sldId id="342"/>
          </p14:sldIdLst>
        </p14:section>
        <p14:section name="Getting started with WDAC" id="{1B79AF3E-C4C3-4BF4-BC85-9A92AE766E48}">
          <p14:sldIdLst>
            <p14:sldId id="331"/>
            <p14:sldId id="332"/>
            <p14:sldId id="338"/>
            <p14:sldId id="337"/>
            <p14:sldId id="339"/>
            <p14:sldId id="349"/>
            <p14:sldId id="340"/>
            <p14:sldId id="350"/>
            <p14:sldId id="360"/>
            <p14:sldId id="361"/>
            <p14:sldId id="333"/>
            <p14:sldId id="351"/>
            <p14:sldId id="334"/>
          </p14:sldIdLst>
        </p14:section>
        <p14:section name="Intune Monitoring" id="{584EF157-2C3D-4262-882E-7C77788BCF17}">
          <p14:sldIdLst>
            <p14:sldId id="335"/>
            <p14:sldId id="352"/>
          </p14:sldIdLst>
        </p14:section>
        <p14:section name="Troubleshooting" id="{CB22AC42-5D0B-4798-81E5-7F085C37B1E7}">
          <p14:sldIdLst>
            <p14:sldId id="341"/>
            <p14:sldId id="344"/>
            <p14:sldId id="345"/>
            <p14:sldId id="354"/>
            <p14:sldId id="356"/>
            <p14:sldId id="357"/>
            <p14:sldId id="346"/>
            <p14:sldId id="355"/>
            <p14:sldId id="358"/>
            <p14:sldId id="359"/>
            <p14:sldId id="347"/>
            <p14:sldId id="348"/>
          </p14:sldIdLst>
        </p14:section>
        <p14:section name="Best Practices" id="{1FC51E91-67AD-4E34-987A-7A71F1B68592}">
          <p14:sldIdLst>
            <p14:sldId id="343"/>
          </p14:sldIdLst>
        </p14:section>
        <p14:section name="Deployment Considerations" id="{7D3F90D1-B2EC-4A82-91BE-C625623002C5}">
          <p14:sldIdLst>
            <p14:sldId id="270"/>
            <p14:sldId id="353"/>
            <p14:sldId id="323"/>
            <p14:sldId id="336"/>
            <p14:sldId id="372"/>
            <p14:sldId id="363"/>
            <p14:sldId id="364"/>
            <p14:sldId id="365"/>
            <p14:sldId id="366"/>
            <p14:sldId id="367"/>
            <p14:sldId id="370"/>
            <p14:sldId id="371"/>
          </p14:sldIdLst>
        </p14:section>
        <p14:section name="Q&amp;A" id="{254922B1-05D3-4783-96D3-3C6B376211F5}">
          <p14:sldIdLst>
            <p14:sldId id="272"/>
          </p14:sldIdLst>
        </p14:section>
        <p14:section name="Sponsor Slide" id="{CDCD87EC-78EE-43FE-8AC0-8A12C52403C6}">
          <p14:sldIdLst>
            <p14:sldId id="36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007DFF"/>
    <a:srgbClr val="F20000"/>
    <a:srgbClr val="A31111"/>
    <a:srgbClr val="060D28"/>
    <a:srgbClr val="00174E"/>
    <a:srgbClr val="001D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C868FC-196F-4804-AE6D-8D3D36B1E350}" v="54" dt="2025-06-15T08:06:58.3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76871" autoAdjust="0"/>
  </p:normalViewPr>
  <p:slideViewPr>
    <p:cSldViewPr snapToGrid="0">
      <p:cViewPr varScale="1">
        <p:scale>
          <a:sx n="104" d="100"/>
          <a:sy n="104" d="100"/>
        </p:scale>
        <p:origin x="1028" y="25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s Du Four" userId="1ca15b9c-b412-4586-9d52-b6f7e0798091" providerId="ADAL" clId="{D8C868FC-196F-4804-AE6D-8D3D36B1E350}"/>
    <pc:docChg chg="undo custSel addSld delSld modSld sldOrd addSection delSection modSection">
      <pc:chgData name="Jens Du Four" userId="1ca15b9c-b412-4586-9d52-b6f7e0798091" providerId="ADAL" clId="{D8C868FC-196F-4804-AE6D-8D3D36B1E350}" dt="2025-06-18T11:17:35.929" v="4041" actId="729"/>
      <pc:docMkLst>
        <pc:docMk/>
      </pc:docMkLst>
      <pc:sldChg chg="mod modShow">
        <pc:chgData name="Jens Du Four" userId="1ca15b9c-b412-4586-9d52-b6f7e0798091" providerId="ADAL" clId="{D8C868FC-196F-4804-AE6D-8D3D36B1E350}" dt="2025-06-18T11:17:35.929" v="4041" actId="729"/>
        <pc:sldMkLst>
          <pc:docMk/>
          <pc:sldMk cId="38464661" sldId="256"/>
        </pc:sldMkLst>
      </pc:sldChg>
      <pc:sldChg chg="del">
        <pc:chgData name="Jens Du Four" userId="1ca15b9c-b412-4586-9d52-b6f7e0798091" providerId="ADAL" clId="{D8C868FC-196F-4804-AE6D-8D3D36B1E350}" dt="2025-06-14T20:36:17.954" v="3817" actId="47"/>
        <pc:sldMkLst>
          <pc:docMk/>
          <pc:sldMk cId="377835408" sldId="258"/>
        </pc:sldMkLst>
      </pc:sldChg>
      <pc:sldChg chg="mod modShow">
        <pc:chgData name="Jens Du Four" userId="1ca15b9c-b412-4586-9d52-b6f7e0798091" providerId="ADAL" clId="{D8C868FC-196F-4804-AE6D-8D3D36B1E350}" dt="2025-06-18T11:17:35.929" v="4041" actId="729"/>
        <pc:sldMkLst>
          <pc:docMk/>
          <pc:sldMk cId="3412162957" sldId="263"/>
        </pc:sldMkLst>
      </pc:sldChg>
      <pc:sldChg chg="mod modShow">
        <pc:chgData name="Jens Du Four" userId="1ca15b9c-b412-4586-9d52-b6f7e0798091" providerId="ADAL" clId="{D8C868FC-196F-4804-AE6D-8D3D36B1E350}" dt="2025-06-18T11:17:35.929" v="4041" actId="729"/>
        <pc:sldMkLst>
          <pc:docMk/>
          <pc:sldMk cId="3100782128" sldId="264"/>
        </pc:sldMkLst>
      </pc:sldChg>
      <pc:sldChg chg="mod modShow">
        <pc:chgData name="Jens Du Four" userId="1ca15b9c-b412-4586-9d52-b6f7e0798091" providerId="ADAL" clId="{D8C868FC-196F-4804-AE6D-8D3D36B1E350}" dt="2025-06-18T11:17:35.929" v="4041" actId="729"/>
        <pc:sldMkLst>
          <pc:docMk/>
          <pc:sldMk cId="4064416572" sldId="266"/>
        </pc:sldMkLst>
      </pc:sldChg>
      <pc:sldChg chg="mod modShow">
        <pc:chgData name="Jens Du Four" userId="1ca15b9c-b412-4586-9d52-b6f7e0798091" providerId="ADAL" clId="{D8C868FC-196F-4804-AE6D-8D3D36B1E350}" dt="2025-06-18T11:17:35.929" v="4041" actId="729"/>
        <pc:sldMkLst>
          <pc:docMk/>
          <pc:sldMk cId="4178915321" sldId="267"/>
        </pc:sldMkLst>
      </pc:sldChg>
      <pc:sldChg chg="mod modShow">
        <pc:chgData name="Jens Du Four" userId="1ca15b9c-b412-4586-9d52-b6f7e0798091" providerId="ADAL" clId="{D8C868FC-196F-4804-AE6D-8D3D36B1E350}" dt="2025-06-18T11:17:35.929" v="4041" actId="729"/>
        <pc:sldMkLst>
          <pc:docMk/>
          <pc:sldMk cId="2481755807" sldId="270"/>
        </pc:sldMkLst>
      </pc:sldChg>
      <pc:sldChg chg="mod modShow">
        <pc:chgData name="Jens Du Four" userId="1ca15b9c-b412-4586-9d52-b6f7e0798091" providerId="ADAL" clId="{D8C868FC-196F-4804-AE6D-8D3D36B1E350}" dt="2025-06-18T11:17:35.929" v="4041" actId="729"/>
        <pc:sldMkLst>
          <pc:docMk/>
          <pc:sldMk cId="2539169268" sldId="272"/>
        </pc:sldMkLst>
      </pc:sldChg>
      <pc:sldChg chg="addSp mod modShow">
        <pc:chgData name="Jens Du Four" userId="1ca15b9c-b412-4586-9d52-b6f7e0798091" providerId="ADAL" clId="{D8C868FC-196F-4804-AE6D-8D3D36B1E350}" dt="2025-06-18T11:17:35.929" v="4041" actId="729"/>
        <pc:sldMkLst>
          <pc:docMk/>
          <pc:sldMk cId="764996534" sldId="320"/>
        </pc:sldMkLst>
      </pc:sldChg>
      <pc:sldChg chg="mod modShow">
        <pc:chgData name="Jens Du Four" userId="1ca15b9c-b412-4586-9d52-b6f7e0798091" providerId="ADAL" clId="{D8C868FC-196F-4804-AE6D-8D3D36B1E350}" dt="2025-06-18T11:17:35.929" v="4041" actId="729"/>
        <pc:sldMkLst>
          <pc:docMk/>
          <pc:sldMk cId="4117276511" sldId="322"/>
        </pc:sldMkLst>
      </pc:sldChg>
      <pc:sldChg chg="addSp delSp modSp mod modShow">
        <pc:chgData name="Jens Du Four" userId="1ca15b9c-b412-4586-9d52-b6f7e0798091" providerId="ADAL" clId="{D8C868FC-196F-4804-AE6D-8D3D36B1E350}" dt="2025-06-18T11:17:35.929" v="4041" actId="729"/>
        <pc:sldMkLst>
          <pc:docMk/>
          <pc:sldMk cId="1512129194" sldId="323"/>
        </pc:sldMkLst>
        <pc:spChg chg="mod">
          <ac:chgData name="Jens Du Four" userId="1ca15b9c-b412-4586-9d52-b6f7e0798091" providerId="ADAL" clId="{D8C868FC-196F-4804-AE6D-8D3D36B1E350}" dt="2025-06-11T06:35:49.418" v="1422" actId="20577"/>
          <ac:spMkLst>
            <pc:docMk/>
            <pc:sldMk cId="1512129194" sldId="323"/>
            <ac:spMk id="2" creationId="{14364836-76F3-7E30-6BE0-6C595DAF1AE3}"/>
          </ac:spMkLst>
        </pc:spChg>
        <pc:picChg chg="add mod">
          <ac:chgData name="Jens Du Four" userId="1ca15b9c-b412-4586-9d52-b6f7e0798091" providerId="ADAL" clId="{D8C868FC-196F-4804-AE6D-8D3D36B1E350}" dt="2025-06-14T18:35:22.128" v="3424" actId="962"/>
          <ac:picMkLst>
            <pc:docMk/>
            <pc:sldMk cId="1512129194" sldId="323"/>
            <ac:picMk id="6" creationId="{AA7848A6-5602-4C7F-0D26-E2A1C47DD761}"/>
          </ac:picMkLst>
        </pc:picChg>
      </pc:sldChg>
      <pc:sldChg chg="modSp del mod">
        <pc:chgData name="Jens Du Four" userId="1ca15b9c-b412-4586-9d52-b6f7e0798091" providerId="ADAL" clId="{D8C868FC-196F-4804-AE6D-8D3D36B1E350}" dt="2025-06-11T06:29:24.261" v="882" actId="47"/>
        <pc:sldMkLst>
          <pc:docMk/>
          <pc:sldMk cId="2876064547" sldId="324"/>
        </pc:sldMkLst>
      </pc:sldChg>
      <pc:sldChg chg="addSp delSp modSp">
        <pc:chgData name="Jens Du Four" userId="1ca15b9c-b412-4586-9d52-b6f7e0798091" providerId="ADAL" clId="{D8C868FC-196F-4804-AE6D-8D3D36B1E350}" dt="2025-06-11T06:32:43.595" v="1114"/>
        <pc:sldMkLst>
          <pc:docMk/>
          <pc:sldMk cId="2042359793" sldId="325"/>
        </pc:sldMkLst>
      </pc:sldChg>
      <pc:sldChg chg="del">
        <pc:chgData name="Jens Du Four" userId="1ca15b9c-b412-4586-9d52-b6f7e0798091" providerId="ADAL" clId="{D8C868FC-196F-4804-AE6D-8D3D36B1E350}" dt="2025-06-11T06:33:17.138" v="1115" actId="47"/>
        <pc:sldMkLst>
          <pc:docMk/>
          <pc:sldMk cId="1575884730" sldId="326"/>
        </pc:sldMkLst>
      </pc:sldChg>
      <pc:sldChg chg="addSp delSp modSp add mod modShow">
        <pc:chgData name="Jens Du Four" userId="1ca15b9c-b412-4586-9d52-b6f7e0798091" providerId="ADAL" clId="{D8C868FC-196F-4804-AE6D-8D3D36B1E350}" dt="2025-06-18T11:17:35.929" v="4041" actId="729"/>
        <pc:sldMkLst>
          <pc:docMk/>
          <pc:sldMk cId="654628111" sldId="327"/>
        </pc:sldMkLst>
        <pc:spChg chg="mod">
          <ac:chgData name="Jens Du Four" userId="1ca15b9c-b412-4586-9d52-b6f7e0798091" providerId="ADAL" clId="{D8C868FC-196F-4804-AE6D-8D3D36B1E350}" dt="2025-06-11T07:02:52.117" v="2084" actId="207"/>
          <ac:spMkLst>
            <pc:docMk/>
            <pc:sldMk cId="654628111" sldId="327"/>
            <ac:spMk id="2" creationId="{F1FE7784-EF2E-E405-DB1B-DCBF07431E38}"/>
          </ac:spMkLst>
        </pc:spChg>
        <pc:spChg chg="mod">
          <ac:chgData name="Jens Du Four" userId="1ca15b9c-b412-4586-9d52-b6f7e0798091" providerId="ADAL" clId="{D8C868FC-196F-4804-AE6D-8D3D36B1E350}" dt="2025-06-11T07:02:52.117" v="2084" actId="207"/>
          <ac:spMkLst>
            <pc:docMk/>
            <pc:sldMk cId="654628111" sldId="327"/>
            <ac:spMk id="3" creationId="{37244A88-0328-9C8F-57E6-59F9AEAA7058}"/>
          </ac:spMkLst>
        </pc:spChg>
        <pc:spChg chg="add mod">
          <ac:chgData name="Jens Du Four" userId="1ca15b9c-b412-4586-9d52-b6f7e0798091" providerId="ADAL" clId="{D8C868FC-196F-4804-AE6D-8D3D36B1E350}" dt="2025-06-11T07:02:52.117" v="2084" actId="207"/>
          <ac:spMkLst>
            <pc:docMk/>
            <pc:sldMk cId="654628111" sldId="327"/>
            <ac:spMk id="13" creationId="{84943010-A9BC-7B70-BBA8-DEDED7BF9FC4}"/>
          </ac:spMkLst>
        </pc:spChg>
        <pc:spChg chg="add mod">
          <ac:chgData name="Jens Du Four" userId="1ca15b9c-b412-4586-9d52-b6f7e0798091" providerId="ADAL" clId="{D8C868FC-196F-4804-AE6D-8D3D36B1E350}" dt="2025-06-11T07:04:47.167" v="2127" actId="20577"/>
          <ac:spMkLst>
            <pc:docMk/>
            <pc:sldMk cId="654628111" sldId="327"/>
            <ac:spMk id="15" creationId="{56DFEB3E-6C15-0B56-B195-ACE31074DE80}"/>
          </ac:spMkLst>
        </pc:spChg>
        <pc:spChg chg="add mod">
          <ac:chgData name="Jens Du Four" userId="1ca15b9c-b412-4586-9d52-b6f7e0798091" providerId="ADAL" clId="{D8C868FC-196F-4804-AE6D-8D3D36B1E350}" dt="2025-06-11T07:06:08.011" v="2134" actId="1076"/>
          <ac:spMkLst>
            <pc:docMk/>
            <pc:sldMk cId="654628111" sldId="327"/>
            <ac:spMk id="16" creationId="{C8AD9EA6-A6B6-415E-068F-CEAEB03B8CF2}"/>
          </ac:spMkLst>
        </pc:spChg>
        <pc:spChg chg="add mod">
          <ac:chgData name="Jens Du Four" userId="1ca15b9c-b412-4586-9d52-b6f7e0798091" providerId="ADAL" clId="{D8C868FC-196F-4804-AE6D-8D3D36B1E350}" dt="2025-06-11T07:02:52.117" v="2084" actId="207"/>
          <ac:spMkLst>
            <pc:docMk/>
            <pc:sldMk cId="654628111" sldId="327"/>
            <ac:spMk id="26" creationId="{22BE75CE-9F00-5D13-BCA0-B4A49EB911B5}"/>
          </ac:spMkLst>
        </pc:spChg>
        <pc:spChg chg="add mod">
          <ac:chgData name="Jens Du Four" userId="1ca15b9c-b412-4586-9d52-b6f7e0798091" providerId="ADAL" clId="{D8C868FC-196F-4804-AE6D-8D3D36B1E350}" dt="2025-06-11T07:02:52.117" v="2084" actId="207"/>
          <ac:spMkLst>
            <pc:docMk/>
            <pc:sldMk cId="654628111" sldId="327"/>
            <ac:spMk id="27" creationId="{93BD9602-F70B-CAC7-C004-99BB696749ED}"/>
          </ac:spMkLst>
        </pc:spChg>
        <pc:grpChg chg="add">
          <ac:chgData name="Jens Du Four" userId="1ca15b9c-b412-4586-9d52-b6f7e0798091" providerId="ADAL" clId="{D8C868FC-196F-4804-AE6D-8D3D36B1E350}" dt="2025-06-11T07:02:06.531" v="2078" actId="164"/>
          <ac:grpSpMkLst>
            <pc:docMk/>
            <pc:sldMk cId="654628111" sldId="327"/>
            <ac:grpSpMk id="31" creationId="{48DF1A98-B806-987D-85CF-EB2857BBA907}"/>
          </ac:grpSpMkLst>
        </pc:grpChg>
        <pc:picChg chg="mod">
          <ac:chgData name="Jens Du Four" userId="1ca15b9c-b412-4586-9d52-b6f7e0798091" providerId="ADAL" clId="{D8C868FC-196F-4804-AE6D-8D3D36B1E350}" dt="2025-06-11T07:03:42.061" v="2097" actId="207"/>
          <ac:picMkLst>
            <pc:docMk/>
            <pc:sldMk cId="654628111" sldId="327"/>
            <ac:picMk id="7" creationId="{7DD15275-5497-51B8-D997-C6FD45DFFA15}"/>
          </ac:picMkLst>
        </pc:picChg>
        <pc:picChg chg="add mod">
          <ac:chgData name="Jens Du Four" userId="1ca15b9c-b412-4586-9d52-b6f7e0798091" providerId="ADAL" clId="{D8C868FC-196F-4804-AE6D-8D3D36B1E350}" dt="2025-06-11T07:03:42.061" v="2097" actId="207"/>
          <ac:picMkLst>
            <pc:docMk/>
            <pc:sldMk cId="654628111" sldId="327"/>
            <ac:picMk id="8" creationId="{1AD2B8C7-2EEA-BA8C-2FFF-3B66D9C7053D}"/>
          </ac:picMkLst>
        </pc:picChg>
        <pc:picChg chg="mod">
          <ac:chgData name="Jens Du Four" userId="1ca15b9c-b412-4586-9d52-b6f7e0798091" providerId="ADAL" clId="{D8C868FC-196F-4804-AE6D-8D3D36B1E350}" dt="2025-06-11T07:03:42.061" v="2097" actId="207"/>
          <ac:picMkLst>
            <pc:docMk/>
            <pc:sldMk cId="654628111" sldId="327"/>
            <ac:picMk id="9" creationId="{FFF13721-B5BA-5D3F-BB6B-C66B65D58DF5}"/>
          </ac:picMkLst>
        </pc:picChg>
        <pc:picChg chg="add mod">
          <ac:chgData name="Jens Du Four" userId="1ca15b9c-b412-4586-9d52-b6f7e0798091" providerId="ADAL" clId="{D8C868FC-196F-4804-AE6D-8D3D36B1E350}" dt="2025-06-11T07:03:42.061" v="2097" actId="207"/>
          <ac:picMkLst>
            <pc:docMk/>
            <pc:sldMk cId="654628111" sldId="327"/>
            <ac:picMk id="10" creationId="{3C23ADF0-A4FD-0953-1AEA-B0601FA4CA72}"/>
          </ac:picMkLst>
        </pc:picChg>
        <pc:picChg chg="mod">
          <ac:chgData name="Jens Du Four" userId="1ca15b9c-b412-4586-9d52-b6f7e0798091" providerId="ADAL" clId="{D8C868FC-196F-4804-AE6D-8D3D36B1E350}" dt="2025-06-11T07:03:42.061" v="2097" actId="207"/>
          <ac:picMkLst>
            <pc:docMk/>
            <pc:sldMk cId="654628111" sldId="327"/>
            <ac:picMk id="12" creationId="{C5063733-232F-2433-EE8C-B59E7FC1345C}"/>
          </ac:picMkLst>
        </pc:picChg>
        <pc:picChg chg="mod">
          <ac:chgData name="Jens Du Four" userId="1ca15b9c-b412-4586-9d52-b6f7e0798091" providerId="ADAL" clId="{D8C868FC-196F-4804-AE6D-8D3D36B1E350}" dt="2025-06-11T07:03:42.061" v="2097" actId="207"/>
          <ac:picMkLst>
            <pc:docMk/>
            <pc:sldMk cId="654628111" sldId="327"/>
            <ac:picMk id="23" creationId="{4F00C57E-B4AC-AE76-E99A-657CBB3E3E69}"/>
          </ac:picMkLst>
        </pc:picChg>
        <pc:picChg chg="add mod">
          <ac:chgData name="Jens Du Four" userId="1ca15b9c-b412-4586-9d52-b6f7e0798091" providerId="ADAL" clId="{D8C868FC-196F-4804-AE6D-8D3D36B1E350}" dt="2025-06-11T07:03:42.061" v="2097" actId="207"/>
          <ac:picMkLst>
            <pc:docMk/>
            <pc:sldMk cId="654628111" sldId="327"/>
            <ac:picMk id="24" creationId="{BF702E73-01B1-2C8D-057E-73979EE0F98F}"/>
          </ac:picMkLst>
        </pc:picChg>
        <pc:picChg chg="mod">
          <ac:chgData name="Jens Du Four" userId="1ca15b9c-b412-4586-9d52-b6f7e0798091" providerId="ADAL" clId="{D8C868FC-196F-4804-AE6D-8D3D36B1E350}" dt="2025-06-11T07:03:42.061" v="2097" actId="207"/>
          <ac:picMkLst>
            <pc:docMk/>
            <pc:sldMk cId="654628111" sldId="327"/>
            <ac:picMk id="30" creationId="{A47DFF2A-4B8E-C509-DB41-E42DE9325987}"/>
          </ac:picMkLst>
        </pc:picChg>
        <pc:picChg chg="add mod">
          <ac:chgData name="Jens Du Four" userId="1ca15b9c-b412-4586-9d52-b6f7e0798091" providerId="ADAL" clId="{D8C868FC-196F-4804-AE6D-8D3D36B1E350}" dt="2025-06-11T07:03:12.390" v="2086" actId="1076"/>
          <ac:picMkLst>
            <pc:docMk/>
            <pc:sldMk cId="654628111" sldId="327"/>
            <ac:picMk id="32" creationId="{F057AAE7-BCFF-9F66-AAA6-308E87C73137}"/>
          </ac:picMkLst>
        </pc:picChg>
        <pc:picChg chg="add mod">
          <ac:chgData name="Jens Du Four" userId="1ca15b9c-b412-4586-9d52-b6f7e0798091" providerId="ADAL" clId="{D8C868FC-196F-4804-AE6D-8D3D36B1E350}" dt="2025-06-11T07:07:45.948" v="2135" actId="14826"/>
          <ac:picMkLst>
            <pc:docMk/>
            <pc:sldMk cId="654628111" sldId="327"/>
            <ac:picMk id="34" creationId="{4DC8C184-768E-5EC5-E778-016E7BA1FF4F}"/>
          </ac:picMkLst>
        </pc:picChg>
        <pc:picChg chg="add mod">
          <ac:chgData name="Jens Du Four" userId="1ca15b9c-b412-4586-9d52-b6f7e0798091" providerId="ADAL" clId="{D8C868FC-196F-4804-AE6D-8D3D36B1E350}" dt="2025-06-11T07:03:42.061" v="2097" actId="207"/>
          <ac:picMkLst>
            <pc:docMk/>
            <pc:sldMk cId="654628111" sldId="327"/>
            <ac:picMk id="35" creationId="{20915780-4F14-B965-0C43-05A4F5D85464}"/>
          </ac:picMkLst>
        </pc:picChg>
        <pc:cxnChg chg="mod">
          <ac:chgData name="Jens Du Four" userId="1ca15b9c-b412-4586-9d52-b6f7e0798091" providerId="ADAL" clId="{D8C868FC-196F-4804-AE6D-8D3D36B1E350}" dt="2025-06-11T07:04:00.300" v="2100" actId="208"/>
          <ac:cxnSpMkLst>
            <pc:docMk/>
            <pc:sldMk cId="654628111" sldId="327"/>
            <ac:cxnSpMk id="6" creationId="{E1129C2F-7C79-7019-C8AD-689EE07FF1CC}"/>
          </ac:cxnSpMkLst>
        </pc:cxnChg>
        <pc:cxnChg chg="mod">
          <ac:chgData name="Jens Du Four" userId="1ca15b9c-b412-4586-9d52-b6f7e0798091" providerId="ADAL" clId="{D8C868FC-196F-4804-AE6D-8D3D36B1E350}" dt="2025-06-11T07:04:00.300" v="2100" actId="208"/>
          <ac:cxnSpMkLst>
            <pc:docMk/>
            <pc:sldMk cId="654628111" sldId="327"/>
            <ac:cxnSpMk id="17" creationId="{CA20EF50-1FC6-DBE2-3C47-281163B5137D}"/>
          </ac:cxnSpMkLst>
        </pc:cxnChg>
        <pc:cxnChg chg="mod">
          <ac:chgData name="Jens Du Four" userId="1ca15b9c-b412-4586-9d52-b6f7e0798091" providerId="ADAL" clId="{D8C868FC-196F-4804-AE6D-8D3D36B1E350}" dt="2025-06-11T07:04:00.300" v="2100" actId="208"/>
          <ac:cxnSpMkLst>
            <pc:docMk/>
            <pc:sldMk cId="654628111" sldId="327"/>
            <ac:cxnSpMk id="18" creationId="{C382AE8C-4CA8-79BB-CA1F-FCFEBCF93886}"/>
          </ac:cxnSpMkLst>
        </pc:cxnChg>
        <pc:cxnChg chg="mod">
          <ac:chgData name="Jens Du Four" userId="1ca15b9c-b412-4586-9d52-b6f7e0798091" providerId="ADAL" clId="{D8C868FC-196F-4804-AE6D-8D3D36B1E350}" dt="2025-06-11T07:04:00.300" v="2100" actId="208"/>
          <ac:cxnSpMkLst>
            <pc:docMk/>
            <pc:sldMk cId="654628111" sldId="327"/>
            <ac:cxnSpMk id="19" creationId="{A80CDD6B-4871-6BFD-AE12-BDF877BD905D}"/>
          </ac:cxnSpMkLst>
        </pc:cxnChg>
        <pc:cxnChg chg="mod">
          <ac:chgData name="Jens Du Four" userId="1ca15b9c-b412-4586-9d52-b6f7e0798091" providerId="ADAL" clId="{D8C868FC-196F-4804-AE6D-8D3D36B1E350}" dt="2025-06-11T07:04:53.601" v="2128" actId="208"/>
          <ac:cxnSpMkLst>
            <pc:docMk/>
            <pc:sldMk cId="654628111" sldId="327"/>
            <ac:cxnSpMk id="25" creationId="{0AC50850-587C-555E-7C34-0E99C09E1F96}"/>
          </ac:cxnSpMkLst>
        </pc:cxnChg>
      </pc:sldChg>
      <pc:sldChg chg="addSp delSp modSp new mod modClrScheme modShow chgLayout">
        <pc:chgData name="Jens Du Four" userId="1ca15b9c-b412-4586-9d52-b6f7e0798091" providerId="ADAL" clId="{D8C868FC-196F-4804-AE6D-8D3D36B1E350}" dt="2025-06-18T11:17:35.929" v="4041" actId="729"/>
        <pc:sldMkLst>
          <pc:docMk/>
          <pc:sldMk cId="578911928" sldId="328"/>
        </pc:sldMkLst>
        <pc:spChg chg="mod ord">
          <ac:chgData name="Jens Du Four" userId="1ca15b9c-b412-4586-9d52-b6f7e0798091" providerId="ADAL" clId="{D8C868FC-196F-4804-AE6D-8D3D36B1E350}" dt="2025-06-11T07:02:46.241" v="2083" actId="207"/>
          <ac:spMkLst>
            <pc:docMk/>
            <pc:sldMk cId="578911928" sldId="328"/>
            <ac:spMk id="2" creationId="{8F91EF63-769C-BB12-4B78-1A31CFE74502}"/>
          </ac:spMkLst>
        </pc:spChg>
        <pc:spChg chg="add mod ord">
          <ac:chgData name="Jens Du Four" userId="1ca15b9c-b412-4586-9d52-b6f7e0798091" providerId="ADAL" clId="{D8C868FC-196F-4804-AE6D-8D3D36B1E350}" dt="2025-06-11T07:02:46.241" v="2083" actId="207"/>
          <ac:spMkLst>
            <pc:docMk/>
            <pc:sldMk cId="578911928" sldId="328"/>
            <ac:spMk id="9" creationId="{12795090-F73F-CD87-9FA4-EBCB39F46A54}"/>
          </ac:spMkLst>
        </pc:spChg>
        <pc:spChg chg="add mod">
          <ac:chgData name="Jens Du Four" userId="1ca15b9c-b412-4586-9d52-b6f7e0798091" providerId="ADAL" clId="{D8C868FC-196F-4804-AE6D-8D3D36B1E350}" dt="2025-06-11T07:02:46.241" v="2083" actId="207"/>
          <ac:spMkLst>
            <pc:docMk/>
            <pc:sldMk cId="578911928" sldId="328"/>
            <ac:spMk id="29" creationId="{82A266E1-3A03-C508-F9FD-FF01C5909B38}"/>
          </ac:spMkLst>
        </pc:spChg>
        <pc:spChg chg="add mod">
          <ac:chgData name="Jens Du Four" userId="1ca15b9c-b412-4586-9d52-b6f7e0798091" providerId="ADAL" clId="{D8C868FC-196F-4804-AE6D-8D3D36B1E350}" dt="2025-06-11T07:02:46.241" v="2083" actId="207"/>
          <ac:spMkLst>
            <pc:docMk/>
            <pc:sldMk cId="578911928" sldId="328"/>
            <ac:spMk id="30" creationId="{1BC18FE6-3CCD-2742-0AFE-A5201CAF654A}"/>
          </ac:spMkLst>
        </pc:spChg>
        <pc:spChg chg="add mod">
          <ac:chgData name="Jens Du Four" userId="1ca15b9c-b412-4586-9d52-b6f7e0798091" providerId="ADAL" clId="{D8C868FC-196F-4804-AE6D-8D3D36B1E350}" dt="2025-06-11T07:02:46.241" v="2083" actId="207"/>
          <ac:spMkLst>
            <pc:docMk/>
            <pc:sldMk cId="578911928" sldId="328"/>
            <ac:spMk id="31" creationId="{16E481B3-3D20-8844-2533-AA4FC49F6232}"/>
          </ac:spMkLst>
        </pc:spChg>
        <pc:spChg chg="add mod">
          <ac:chgData name="Jens Du Four" userId="1ca15b9c-b412-4586-9d52-b6f7e0798091" providerId="ADAL" clId="{D8C868FC-196F-4804-AE6D-8D3D36B1E350}" dt="2025-06-11T07:02:46.241" v="2083" actId="207"/>
          <ac:spMkLst>
            <pc:docMk/>
            <pc:sldMk cId="578911928" sldId="328"/>
            <ac:spMk id="32" creationId="{7B9E4AC3-FCF5-255B-BA37-C05840E16057}"/>
          </ac:spMkLst>
        </pc:spChg>
        <pc:spChg chg="add mod">
          <ac:chgData name="Jens Du Four" userId="1ca15b9c-b412-4586-9d52-b6f7e0798091" providerId="ADAL" clId="{D8C868FC-196F-4804-AE6D-8D3D36B1E350}" dt="2025-06-11T07:02:46.241" v="2083" actId="207"/>
          <ac:spMkLst>
            <pc:docMk/>
            <pc:sldMk cId="578911928" sldId="328"/>
            <ac:spMk id="33" creationId="{0D76446E-D8E3-2B57-2945-E21516A69D30}"/>
          </ac:spMkLst>
        </pc:spChg>
        <pc:spChg chg="add mod">
          <ac:chgData name="Jens Du Four" userId="1ca15b9c-b412-4586-9d52-b6f7e0798091" providerId="ADAL" clId="{D8C868FC-196F-4804-AE6D-8D3D36B1E350}" dt="2025-06-11T07:02:46.241" v="2083" actId="207"/>
          <ac:spMkLst>
            <pc:docMk/>
            <pc:sldMk cId="578911928" sldId="328"/>
            <ac:spMk id="34" creationId="{0F4A6DB6-5416-1F98-6DF9-F7C7A5A327C2}"/>
          </ac:spMkLst>
        </pc:spChg>
        <pc:spChg chg="add mod">
          <ac:chgData name="Jens Du Four" userId="1ca15b9c-b412-4586-9d52-b6f7e0798091" providerId="ADAL" clId="{D8C868FC-196F-4804-AE6D-8D3D36B1E350}" dt="2025-06-11T07:02:46.241" v="2083" actId="207"/>
          <ac:spMkLst>
            <pc:docMk/>
            <pc:sldMk cId="578911928" sldId="328"/>
            <ac:spMk id="35" creationId="{E4FBC99C-23FD-78AD-359E-FA11C7EBEFFF}"/>
          </ac:spMkLst>
        </pc:spChg>
        <pc:picChg chg="add mod">
          <ac:chgData name="Jens Du Four" userId="1ca15b9c-b412-4586-9d52-b6f7e0798091" providerId="ADAL" clId="{D8C868FC-196F-4804-AE6D-8D3D36B1E350}" dt="2025-06-11T06:15:10.778" v="442" actId="1076"/>
          <ac:picMkLst>
            <pc:docMk/>
            <pc:sldMk cId="578911928" sldId="328"/>
            <ac:picMk id="16" creationId="{8285D5DD-2E41-6E53-4DE1-B68374AD829B}"/>
          </ac:picMkLst>
        </pc:picChg>
        <pc:picChg chg="add mod">
          <ac:chgData name="Jens Du Four" userId="1ca15b9c-b412-4586-9d52-b6f7e0798091" providerId="ADAL" clId="{D8C868FC-196F-4804-AE6D-8D3D36B1E350}" dt="2025-06-11T07:05:39.556" v="2129" actId="14826"/>
          <ac:picMkLst>
            <pc:docMk/>
            <pc:sldMk cId="578911928" sldId="328"/>
            <ac:picMk id="17" creationId="{CD35D374-D7A9-4694-BC29-16D300AB8FAA}"/>
          </ac:picMkLst>
        </pc:picChg>
        <pc:picChg chg="add mod">
          <ac:chgData name="Jens Du Four" userId="1ca15b9c-b412-4586-9d52-b6f7e0798091" providerId="ADAL" clId="{D8C868FC-196F-4804-AE6D-8D3D36B1E350}" dt="2025-06-11T06:16:02.579" v="450" actId="207"/>
          <ac:picMkLst>
            <pc:docMk/>
            <pc:sldMk cId="578911928" sldId="328"/>
            <ac:picMk id="19" creationId="{FD624533-EF36-C9C7-55DE-9734D60F6D17}"/>
          </ac:picMkLst>
        </pc:picChg>
        <pc:cxnChg chg="add mod">
          <ac:chgData name="Jens Du Four" userId="1ca15b9c-b412-4586-9d52-b6f7e0798091" providerId="ADAL" clId="{D8C868FC-196F-4804-AE6D-8D3D36B1E350}" dt="2025-06-11T06:16:20.020" v="453" actId="1076"/>
          <ac:cxnSpMkLst>
            <pc:docMk/>
            <pc:sldMk cId="578911928" sldId="328"/>
            <ac:cxnSpMk id="21" creationId="{59BB3BDF-302F-9505-FF30-E6EA43CEF2A6}"/>
          </ac:cxnSpMkLst>
        </pc:cxnChg>
        <pc:cxnChg chg="add mod">
          <ac:chgData name="Jens Du Four" userId="1ca15b9c-b412-4586-9d52-b6f7e0798091" providerId="ADAL" clId="{D8C868FC-196F-4804-AE6D-8D3D36B1E350}" dt="2025-06-11T06:16:58.738" v="460" actId="1076"/>
          <ac:cxnSpMkLst>
            <pc:docMk/>
            <pc:sldMk cId="578911928" sldId="328"/>
            <ac:cxnSpMk id="27" creationId="{E9E986FE-906E-88CA-FE0B-251764E1BC9C}"/>
          </ac:cxnSpMkLst>
        </pc:cxnChg>
        <pc:cxnChg chg="add mod">
          <ac:chgData name="Jens Du Four" userId="1ca15b9c-b412-4586-9d52-b6f7e0798091" providerId="ADAL" clId="{D8C868FC-196F-4804-AE6D-8D3D36B1E350}" dt="2025-06-11T06:17:27.788" v="549" actId="1076"/>
          <ac:cxnSpMkLst>
            <pc:docMk/>
            <pc:sldMk cId="578911928" sldId="328"/>
            <ac:cxnSpMk id="28" creationId="{7FCA02AB-1E81-DEB6-6C42-E008EB1C852D}"/>
          </ac:cxnSpMkLst>
        </pc:cxnChg>
      </pc:sldChg>
      <pc:sldChg chg="modSp add mod ord modShow">
        <pc:chgData name="Jens Du Four" userId="1ca15b9c-b412-4586-9d52-b6f7e0798091" providerId="ADAL" clId="{D8C868FC-196F-4804-AE6D-8D3D36B1E350}" dt="2025-06-18T11:17:35.929" v="4041" actId="729"/>
        <pc:sldMkLst>
          <pc:docMk/>
          <pc:sldMk cId="975456689" sldId="329"/>
        </pc:sldMkLst>
      </pc:sldChg>
      <pc:sldChg chg="modSp add mod modShow">
        <pc:chgData name="Jens Du Four" userId="1ca15b9c-b412-4586-9d52-b6f7e0798091" providerId="ADAL" clId="{D8C868FC-196F-4804-AE6D-8D3D36B1E350}" dt="2025-06-18T11:17:35.929" v="4041" actId="729"/>
        <pc:sldMkLst>
          <pc:docMk/>
          <pc:sldMk cId="3917503561" sldId="330"/>
        </pc:sldMkLst>
        <pc:spChg chg="mod">
          <ac:chgData name="Jens Du Four" userId="1ca15b9c-b412-4586-9d52-b6f7e0798091" providerId="ADAL" clId="{D8C868FC-196F-4804-AE6D-8D3D36B1E350}" dt="2025-06-11T06:30:10.178" v="887" actId="6549"/>
          <ac:spMkLst>
            <pc:docMk/>
            <pc:sldMk cId="3917503561" sldId="330"/>
            <ac:spMk id="3" creationId="{CDDF7D85-644C-9816-6376-101C8A53972B}"/>
          </ac:spMkLst>
        </pc:spChg>
      </pc:sldChg>
      <pc:sldChg chg="modSp new del mod">
        <pc:chgData name="Jens Du Four" userId="1ca15b9c-b412-4586-9d52-b6f7e0798091" providerId="ADAL" clId="{D8C868FC-196F-4804-AE6D-8D3D36B1E350}" dt="2025-06-11T06:31:45.249" v="1109" actId="47"/>
        <pc:sldMkLst>
          <pc:docMk/>
          <pc:sldMk cId="2773118114" sldId="331"/>
        </pc:sldMkLst>
      </pc:sldChg>
      <pc:sldChg chg="addSp delSp modSp new mod modShow modNotesTx">
        <pc:chgData name="Jens Du Four" userId="1ca15b9c-b412-4586-9d52-b6f7e0798091" providerId="ADAL" clId="{D8C868FC-196F-4804-AE6D-8D3D36B1E350}" dt="2025-06-18T11:17:35.929" v="4041" actId="729"/>
        <pc:sldMkLst>
          <pc:docMk/>
          <pc:sldMk cId="3618118113" sldId="331"/>
        </pc:sldMkLst>
        <pc:spChg chg="mod">
          <ac:chgData name="Jens Du Four" userId="1ca15b9c-b412-4586-9d52-b6f7e0798091" providerId="ADAL" clId="{D8C868FC-196F-4804-AE6D-8D3D36B1E350}" dt="2025-06-11T06:34:07.911" v="1170" actId="20577"/>
          <ac:spMkLst>
            <pc:docMk/>
            <pc:sldMk cId="3618118113" sldId="331"/>
            <ac:spMk id="2" creationId="{A79B772C-FAC4-9827-8E8C-B02E53126A91}"/>
          </ac:spMkLst>
        </pc:spChg>
        <pc:spChg chg="add del">
          <ac:chgData name="Jens Du Four" userId="1ca15b9c-b412-4586-9d52-b6f7e0798091" providerId="ADAL" clId="{D8C868FC-196F-4804-AE6D-8D3D36B1E350}" dt="2025-06-11T06:36:53.781" v="1454"/>
          <ac:spMkLst>
            <pc:docMk/>
            <pc:sldMk cId="3618118113" sldId="331"/>
            <ac:spMk id="3" creationId="{A8C96806-73C3-3F70-AD47-F6D56E4A2E8A}"/>
          </ac:spMkLst>
        </pc:spChg>
        <pc:spChg chg="add mod">
          <ac:chgData name="Jens Du Four" userId="1ca15b9c-b412-4586-9d52-b6f7e0798091" providerId="ADAL" clId="{D8C868FC-196F-4804-AE6D-8D3D36B1E350}" dt="2025-06-11T06:37:34.028" v="1457"/>
          <ac:spMkLst>
            <pc:docMk/>
            <pc:sldMk cId="3618118113" sldId="331"/>
            <ac:spMk id="6" creationId="{18195BD3-12AD-EC0A-7FE9-2D7C57A36C9F}"/>
          </ac:spMkLst>
        </pc:spChg>
        <pc:spChg chg="add mod">
          <ac:chgData name="Jens Du Four" userId="1ca15b9c-b412-4586-9d52-b6f7e0798091" providerId="ADAL" clId="{D8C868FC-196F-4804-AE6D-8D3D36B1E350}" dt="2025-06-11T06:37:34.028" v="1457"/>
          <ac:spMkLst>
            <pc:docMk/>
            <pc:sldMk cId="3618118113" sldId="331"/>
            <ac:spMk id="7" creationId="{12DA85A4-85BE-5A77-13A9-62D044C57D1D}"/>
          </ac:spMkLst>
        </pc:spChg>
        <pc:spChg chg="add mod">
          <ac:chgData name="Jens Du Four" userId="1ca15b9c-b412-4586-9d52-b6f7e0798091" providerId="ADAL" clId="{D8C868FC-196F-4804-AE6D-8D3D36B1E350}" dt="2025-06-11T06:37:34.028" v="1457"/>
          <ac:spMkLst>
            <pc:docMk/>
            <pc:sldMk cId="3618118113" sldId="331"/>
            <ac:spMk id="8" creationId="{B05C3B39-41A9-FAF5-0DC7-6460B983125F}"/>
          </ac:spMkLst>
        </pc:spChg>
        <pc:grpChg chg="add mod">
          <ac:chgData name="Jens Du Four" userId="1ca15b9c-b412-4586-9d52-b6f7e0798091" providerId="ADAL" clId="{D8C868FC-196F-4804-AE6D-8D3D36B1E350}" dt="2025-06-11T06:37:54.588" v="1475" actId="1036"/>
          <ac:grpSpMkLst>
            <pc:docMk/>
            <pc:sldMk cId="3618118113" sldId="331"/>
            <ac:grpSpMk id="11" creationId="{6BE17F91-79D1-90A3-8DA8-AE6DB00FCF00}"/>
          </ac:grpSpMkLst>
        </pc:grpChg>
        <pc:picChg chg="add mod">
          <ac:chgData name="Jens Du Four" userId="1ca15b9c-b412-4586-9d52-b6f7e0798091" providerId="ADAL" clId="{D8C868FC-196F-4804-AE6D-8D3D36B1E350}" dt="2025-06-11T06:37:34.028" v="1457"/>
          <ac:picMkLst>
            <pc:docMk/>
            <pc:sldMk cId="3618118113" sldId="331"/>
            <ac:picMk id="5" creationId="{C931BC8A-B9A0-2460-B328-CE6067B3BF7C}"/>
          </ac:picMkLst>
        </pc:picChg>
        <pc:cxnChg chg="add mod">
          <ac:chgData name="Jens Du Four" userId="1ca15b9c-b412-4586-9d52-b6f7e0798091" providerId="ADAL" clId="{D8C868FC-196F-4804-AE6D-8D3D36B1E350}" dt="2025-06-11T06:37:34.028" v="1457"/>
          <ac:cxnSpMkLst>
            <pc:docMk/>
            <pc:sldMk cId="3618118113" sldId="331"/>
            <ac:cxnSpMk id="9" creationId="{4AF02C35-62A6-A51F-0D3B-523D6451A9C9}"/>
          </ac:cxnSpMkLst>
        </pc:cxnChg>
        <pc:cxnChg chg="add mod">
          <ac:chgData name="Jens Du Four" userId="1ca15b9c-b412-4586-9d52-b6f7e0798091" providerId="ADAL" clId="{D8C868FC-196F-4804-AE6D-8D3D36B1E350}" dt="2025-06-11T06:37:34.028" v="1457"/>
          <ac:cxnSpMkLst>
            <pc:docMk/>
            <pc:sldMk cId="3618118113" sldId="331"/>
            <ac:cxnSpMk id="10" creationId="{BB5A6B2B-3848-5924-ABB7-88190AB2365E}"/>
          </ac:cxnSpMkLst>
        </pc:cxnChg>
      </pc:sldChg>
      <pc:sldChg chg="addSp delSp modSp new mod modClrScheme modShow chgLayout">
        <pc:chgData name="Jens Du Four" userId="1ca15b9c-b412-4586-9d52-b6f7e0798091" providerId="ADAL" clId="{D8C868FC-196F-4804-AE6D-8D3D36B1E350}" dt="2025-06-18T11:17:35.929" v="4041" actId="729"/>
        <pc:sldMkLst>
          <pc:docMk/>
          <pc:sldMk cId="3014121855" sldId="332"/>
        </pc:sldMkLst>
        <pc:spChg chg="mod ord">
          <ac:chgData name="Jens Du Four" userId="1ca15b9c-b412-4586-9d52-b6f7e0798091" providerId="ADAL" clId="{D8C868FC-196F-4804-AE6D-8D3D36B1E350}" dt="2025-06-11T06:41:17.757" v="1489" actId="700"/>
          <ac:spMkLst>
            <pc:docMk/>
            <pc:sldMk cId="3014121855" sldId="332"/>
            <ac:spMk id="2" creationId="{9A31F484-7DCB-A847-916D-56C0A2FC7542}"/>
          </ac:spMkLst>
        </pc:spChg>
        <pc:spChg chg="mod ord">
          <ac:chgData name="Jens Du Four" userId="1ca15b9c-b412-4586-9d52-b6f7e0798091" providerId="ADAL" clId="{D8C868FC-196F-4804-AE6D-8D3D36B1E350}" dt="2025-06-11T06:41:17.757" v="1489" actId="700"/>
          <ac:spMkLst>
            <pc:docMk/>
            <pc:sldMk cId="3014121855" sldId="332"/>
            <ac:spMk id="4" creationId="{5F3B2155-E446-6AB0-43EC-846F4F6B85D1}"/>
          </ac:spMkLst>
        </pc:spChg>
        <pc:spChg chg="add mod ord">
          <ac:chgData name="Jens Du Four" userId="1ca15b9c-b412-4586-9d52-b6f7e0798091" providerId="ADAL" clId="{D8C868FC-196F-4804-AE6D-8D3D36B1E350}" dt="2025-06-11T06:42:38.125" v="1733" actId="20577"/>
          <ac:spMkLst>
            <pc:docMk/>
            <pc:sldMk cId="3014121855" sldId="332"/>
            <ac:spMk id="8" creationId="{156DF5AB-36CB-4D52-96CF-078AA1D9A588}"/>
          </ac:spMkLst>
        </pc:spChg>
        <pc:spChg chg="add mod ord">
          <ac:chgData name="Jens Du Four" userId="1ca15b9c-b412-4586-9d52-b6f7e0798091" providerId="ADAL" clId="{D8C868FC-196F-4804-AE6D-8D3D36B1E350}" dt="2025-06-11T06:43:07.789" v="1844" actId="20577"/>
          <ac:spMkLst>
            <pc:docMk/>
            <pc:sldMk cId="3014121855" sldId="332"/>
            <ac:spMk id="9" creationId="{17018764-1848-D43C-885F-C3B3FB8ABBE4}"/>
          </ac:spMkLst>
        </pc:spChg>
      </pc:sldChg>
      <pc:sldChg chg="addSp delSp modSp new mod modShow">
        <pc:chgData name="Jens Du Four" userId="1ca15b9c-b412-4586-9d52-b6f7e0798091" providerId="ADAL" clId="{D8C868FC-196F-4804-AE6D-8D3D36B1E350}" dt="2025-06-18T11:17:35.929" v="4041" actId="729"/>
        <pc:sldMkLst>
          <pc:docMk/>
          <pc:sldMk cId="3697755377" sldId="333"/>
        </pc:sldMkLst>
        <pc:spChg chg="mod">
          <ac:chgData name="Jens Du Four" userId="1ca15b9c-b412-4586-9d52-b6f7e0798091" providerId="ADAL" clId="{D8C868FC-196F-4804-AE6D-8D3D36B1E350}" dt="2025-06-11T06:34:51.572" v="1276" actId="20577"/>
          <ac:spMkLst>
            <pc:docMk/>
            <pc:sldMk cId="3697755377" sldId="333"/>
            <ac:spMk id="2" creationId="{675E4E82-2225-8818-4087-099560E06A86}"/>
          </ac:spMkLst>
        </pc:spChg>
        <pc:graphicFrameChg chg="add mod">
          <ac:chgData name="Jens Du Four" userId="1ca15b9c-b412-4586-9d52-b6f7e0798091" providerId="ADAL" clId="{D8C868FC-196F-4804-AE6D-8D3D36B1E350}" dt="2025-06-11T06:49:17.314" v="1877" actId="20577"/>
          <ac:graphicFrameMkLst>
            <pc:docMk/>
            <pc:sldMk cId="3697755377" sldId="333"/>
            <ac:graphicFrameMk id="5" creationId="{1B72C5E9-08E3-9B4A-2AD2-780393B23CAB}"/>
          </ac:graphicFrameMkLst>
        </pc:graphicFrameChg>
      </pc:sldChg>
      <pc:sldChg chg="addSp modSp new mod delAnim modAnim modShow">
        <pc:chgData name="Jens Du Four" userId="1ca15b9c-b412-4586-9d52-b6f7e0798091" providerId="ADAL" clId="{D8C868FC-196F-4804-AE6D-8D3D36B1E350}" dt="2025-06-18T11:17:35.929" v="4041" actId="729"/>
        <pc:sldMkLst>
          <pc:docMk/>
          <pc:sldMk cId="1471614944" sldId="334"/>
        </pc:sldMkLst>
        <pc:spChg chg="mod">
          <ac:chgData name="Jens Du Four" userId="1ca15b9c-b412-4586-9d52-b6f7e0798091" providerId="ADAL" clId="{D8C868FC-196F-4804-AE6D-8D3D36B1E350}" dt="2025-06-11T06:35:10.418" v="1306" actId="20577"/>
          <ac:spMkLst>
            <pc:docMk/>
            <pc:sldMk cId="1471614944" sldId="334"/>
            <ac:spMk id="2" creationId="{58E958AA-25E2-9C22-7BAD-5D064EC5F5E0}"/>
          </ac:spMkLst>
        </pc:spChg>
        <pc:grpChg chg="add">
          <ac:chgData name="Jens Du Four" userId="1ca15b9c-b412-4586-9d52-b6f7e0798091" providerId="ADAL" clId="{D8C868FC-196F-4804-AE6D-8D3D36B1E350}" dt="2025-06-11T06:49:40.629" v="1879" actId="164"/>
          <ac:grpSpMkLst>
            <pc:docMk/>
            <pc:sldMk cId="1471614944" sldId="334"/>
            <ac:grpSpMk id="8" creationId="{6C5134F7-9EC9-8EB2-5442-EBC6DF40B2FE}"/>
          </ac:grpSpMkLst>
        </pc:grpChg>
        <pc:picChg chg="add mod">
          <ac:chgData name="Jens Du Four" userId="1ca15b9c-b412-4586-9d52-b6f7e0798091" providerId="ADAL" clId="{D8C868FC-196F-4804-AE6D-8D3D36B1E350}" dt="2025-06-11T06:49:37.596" v="1878"/>
          <ac:picMkLst>
            <pc:docMk/>
            <pc:sldMk cId="1471614944" sldId="334"/>
            <ac:picMk id="5" creationId="{C11ECF91-5B3F-B590-294A-628A08DECCD1}"/>
          </ac:picMkLst>
        </pc:picChg>
        <pc:picChg chg="add mod">
          <ac:chgData name="Jens Du Four" userId="1ca15b9c-b412-4586-9d52-b6f7e0798091" providerId="ADAL" clId="{D8C868FC-196F-4804-AE6D-8D3D36B1E350}" dt="2025-06-11T06:49:37.596" v="1878"/>
          <ac:picMkLst>
            <pc:docMk/>
            <pc:sldMk cId="1471614944" sldId="334"/>
            <ac:picMk id="6" creationId="{209B270C-2D66-977C-6D1C-4792C31E82AD}"/>
          </ac:picMkLst>
        </pc:picChg>
        <pc:picChg chg="add mod">
          <ac:chgData name="Jens Du Four" userId="1ca15b9c-b412-4586-9d52-b6f7e0798091" providerId="ADAL" clId="{D8C868FC-196F-4804-AE6D-8D3D36B1E350}" dt="2025-06-11T06:49:37.596" v="1878"/>
          <ac:picMkLst>
            <pc:docMk/>
            <pc:sldMk cId="1471614944" sldId="334"/>
            <ac:picMk id="7" creationId="{742124CA-E979-D327-EC5B-68F70BBC92AB}"/>
          </ac:picMkLst>
        </pc:picChg>
      </pc:sldChg>
      <pc:sldChg chg="addSp delSp modSp new mod modShow">
        <pc:chgData name="Jens Du Four" userId="1ca15b9c-b412-4586-9d52-b6f7e0798091" providerId="ADAL" clId="{D8C868FC-196F-4804-AE6D-8D3D36B1E350}" dt="2025-06-18T11:17:35.929" v="4041" actId="729"/>
        <pc:sldMkLst>
          <pc:docMk/>
          <pc:sldMk cId="1555513871" sldId="335"/>
        </pc:sldMkLst>
        <pc:spChg chg="mod">
          <ac:chgData name="Jens Du Four" userId="1ca15b9c-b412-4586-9d52-b6f7e0798091" providerId="ADAL" clId="{D8C868FC-196F-4804-AE6D-8D3D36B1E350}" dt="2025-06-11T06:35:22.766" v="1353" actId="20577"/>
          <ac:spMkLst>
            <pc:docMk/>
            <pc:sldMk cId="1555513871" sldId="335"/>
            <ac:spMk id="2" creationId="{6D9CAC32-442D-642B-7FAC-C0E27F38ED0B}"/>
          </ac:spMkLst>
        </pc:spChg>
        <pc:spChg chg="mod">
          <ac:chgData name="Jens Du Four" userId="1ca15b9c-b412-4586-9d52-b6f7e0798091" providerId="ADAL" clId="{D8C868FC-196F-4804-AE6D-8D3D36B1E350}" dt="2025-06-11T06:51:33.655" v="2053" actId="313"/>
          <ac:spMkLst>
            <pc:docMk/>
            <pc:sldMk cId="1555513871" sldId="335"/>
            <ac:spMk id="3" creationId="{3524FEFA-E219-A84D-B2BD-C102E064BC8F}"/>
          </ac:spMkLst>
        </pc:spChg>
        <pc:spChg chg="ord">
          <ac:chgData name="Jens Du Four" userId="1ca15b9c-b412-4586-9d52-b6f7e0798091" providerId="ADAL" clId="{D8C868FC-196F-4804-AE6D-8D3D36B1E350}" dt="2025-06-14T17:36:03.202" v="3136" actId="26606"/>
          <ac:spMkLst>
            <pc:docMk/>
            <pc:sldMk cId="1555513871" sldId="335"/>
            <ac:spMk id="4" creationId="{E15BBCF9-6482-9376-43F7-CCE22CE711C4}"/>
          </ac:spMkLst>
        </pc:spChg>
        <pc:picChg chg="add mod">
          <ac:chgData name="Jens Du Four" userId="1ca15b9c-b412-4586-9d52-b6f7e0798091" providerId="ADAL" clId="{D8C868FC-196F-4804-AE6D-8D3D36B1E350}" dt="2025-06-14T17:36:03.202" v="3136" actId="26606"/>
          <ac:picMkLst>
            <pc:docMk/>
            <pc:sldMk cId="1555513871" sldId="335"/>
            <ac:picMk id="7" creationId="{A40DF9E7-4FE9-DEB2-F29D-DFD682578E15}"/>
          </ac:picMkLst>
        </pc:picChg>
      </pc:sldChg>
      <pc:sldChg chg="addSp delSp modSp new mod modShow modNotesTx">
        <pc:chgData name="Jens Du Four" userId="1ca15b9c-b412-4586-9d52-b6f7e0798091" providerId="ADAL" clId="{D8C868FC-196F-4804-AE6D-8D3D36B1E350}" dt="2025-06-18T11:17:35.929" v="4041" actId="729"/>
        <pc:sldMkLst>
          <pc:docMk/>
          <pc:sldMk cId="3658398934" sldId="336"/>
        </pc:sldMkLst>
        <pc:spChg chg="mod">
          <ac:chgData name="Jens Du Four" userId="1ca15b9c-b412-4586-9d52-b6f7e0798091" providerId="ADAL" clId="{D8C868FC-196F-4804-AE6D-8D3D36B1E350}" dt="2025-06-11T06:35:59.590" v="1452" actId="20577"/>
          <ac:spMkLst>
            <pc:docMk/>
            <pc:sldMk cId="3658398934" sldId="336"/>
            <ac:spMk id="2" creationId="{01E9BC50-A737-963C-0149-0B5E88817662}"/>
          </ac:spMkLst>
        </pc:spChg>
        <pc:spChg chg="mod">
          <ac:chgData name="Jens Du Four" userId="1ca15b9c-b412-4586-9d52-b6f7e0798091" providerId="ADAL" clId="{D8C868FC-196F-4804-AE6D-8D3D36B1E350}" dt="2025-06-14T18:52:42.291" v="3498" actId="20577"/>
          <ac:spMkLst>
            <pc:docMk/>
            <pc:sldMk cId="3658398934" sldId="336"/>
            <ac:spMk id="3" creationId="{AC08F5DB-DA4D-F1CE-A964-5FF6CAD10AC8}"/>
          </ac:spMkLst>
        </pc:spChg>
      </pc:sldChg>
      <pc:sldChg chg="addSp delSp modSp add mod modShow">
        <pc:chgData name="Jens Du Four" userId="1ca15b9c-b412-4586-9d52-b6f7e0798091" providerId="ADAL" clId="{D8C868FC-196F-4804-AE6D-8D3D36B1E350}" dt="2025-06-18T11:17:35.929" v="4041" actId="729"/>
        <pc:sldMkLst>
          <pc:docMk/>
          <pc:sldMk cId="525110844" sldId="337"/>
        </pc:sldMkLst>
        <pc:picChg chg="add mod">
          <ac:chgData name="Jens Du Four" userId="1ca15b9c-b412-4586-9d52-b6f7e0798091" providerId="ADAL" clId="{D8C868FC-196F-4804-AE6D-8D3D36B1E350}" dt="2025-06-11T06:40:00.056" v="1480" actId="962"/>
          <ac:picMkLst>
            <pc:docMk/>
            <pc:sldMk cId="525110844" sldId="337"/>
            <ac:picMk id="6" creationId="{B4455499-3B8A-5DA9-3522-31C763C9591D}"/>
          </ac:picMkLst>
        </pc:picChg>
      </pc:sldChg>
      <pc:sldChg chg="addSp delSp modSp add mod modShow">
        <pc:chgData name="Jens Du Four" userId="1ca15b9c-b412-4586-9d52-b6f7e0798091" providerId="ADAL" clId="{D8C868FC-196F-4804-AE6D-8D3D36B1E350}" dt="2025-06-18T11:17:35.929" v="4041" actId="729"/>
        <pc:sldMkLst>
          <pc:docMk/>
          <pc:sldMk cId="1087201479" sldId="338"/>
        </pc:sldMkLst>
        <pc:picChg chg="add mod">
          <ac:chgData name="Jens Du Four" userId="1ca15b9c-b412-4586-9d52-b6f7e0798091" providerId="ADAL" clId="{D8C868FC-196F-4804-AE6D-8D3D36B1E350}" dt="2025-06-11T06:40:53.483" v="1486" actId="1076"/>
          <ac:picMkLst>
            <pc:docMk/>
            <pc:sldMk cId="1087201479" sldId="338"/>
            <ac:picMk id="6" creationId="{A6839E51-64EA-8F86-9C1E-5281EEEC6FCA}"/>
          </ac:picMkLst>
        </pc:picChg>
      </pc:sldChg>
      <pc:sldChg chg="add mod ord modShow">
        <pc:chgData name="Jens Du Four" userId="1ca15b9c-b412-4586-9d52-b6f7e0798091" providerId="ADAL" clId="{D8C868FC-196F-4804-AE6D-8D3D36B1E350}" dt="2025-06-18T11:17:35.929" v="4041" actId="729"/>
        <pc:sldMkLst>
          <pc:docMk/>
          <pc:sldMk cId="2660855440" sldId="339"/>
        </pc:sldMkLst>
      </pc:sldChg>
      <pc:sldChg chg="new del">
        <pc:chgData name="Jens Du Four" userId="1ca15b9c-b412-4586-9d52-b6f7e0798091" providerId="ADAL" clId="{D8C868FC-196F-4804-AE6D-8D3D36B1E350}" dt="2025-06-11T06:42:28.293" v="1706" actId="680"/>
        <pc:sldMkLst>
          <pc:docMk/>
          <pc:sldMk cId="2503781346" sldId="340"/>
        </pc:sldMkLst>
      </pc:sldChg>
      <pc:sldChg chg="addSp modSp new mod modShow">
        <pc:chgData name="Jens Du Four" userId="1ca15b9c-b412-4586-9d52-b6f7e0798091" providerId="ADAL" clId="{D8C868FC-196F-4804-AE6D-8D3D36B1E350}" dt="2025-06-18T11:17:35.929" v="4041" actId="729"/>
        <pc:sldMkLst>
          <pc:docMk/>
          <pc:sldMk cId="3514400148" sldId="340"/>
        </pc:sldMkLst>
        <pc:spChg chg="mod">
          <ac:chgData name="Jens Du Four" userId="1ca15b9c-b412-4586-9d52-b6f7e0798091" providerId="ADAL" clId="{D8C868FC-196F-4804-AE6D-8D3D36B1E350}" dt="2025-06-11T06:43:27.795" v="1860" actId="20577"/>
          <ac:spMkLst>
            <pc:docMk/>
            <pc:sldMk cId="3514400148" sldId="340"/>
            <ac:spMk id="2" creationId="{AA60FA6E-0DEF-26B1-0060-CCA27396D51D}"/>
          </ac:spMkLst>
        </pc:spChg>
      </pc:sldChg>
      <pc:sldChg chg="modSp new mod modShow">
        <pc:chgData name="Jens Du Four" userId="1ca15b9c-b412-4586-9d52-b6f7e0798091" providerId="ADAL" clId="{D8C868FC-196F-4804-AE6D-8D3D36B1E350}" dt="2025-06-18T11:17:35.929" v="4041" actId="729"/>
        <pc:sldMkLst>
          <pc:docMk/>
          <pc:sldMk cId="1273259971" sldId="341"/>
        </pc:sldMkLst>
        <pc:spChg chg="mod">
          <ac:chgData name="Jens Du Four" userId="1ca15b9c-b412-4586-9d52-b6f7e0798091" providerId="ADAL" clId="{D8C868FC-196F-4804-AE6D-8D3D36B1E350}" dt="2025-06-11T07:10:11.184" v="2200" actId="20577"/>
          <ac:spMkLst>
            <pc:docMk/>
            <pc:sldMk cId="1273259971" sldId="341"/>
            <ac:spMk id="2" creationId="{6C72D7B4-3A49-3235-A0A0-6A6CD513D29D}"/>
          </ac:spMkLst>
        </pc:spChg>
        <pc:spChg chg="mod">
          <ac:chgData name="Jens Du Four" userId="1ca15b9c-b412-4586-9d52-b6f7e0798091" providerId="ADAL" clId="{D8C868FC-196F-4804-AE6D-8D3D36B1E350}" dt="2025-06-11T07:44:32.733" v="3131" actId="20577"/>
          <ac:spMkLst>
            <pc:docMk/>
            <pc:sldMk cId="1273259971" sldId="341"/>
            <ac:spMk id="3" creationId="{9F07DB5B-5A06-C04E-896C-9D9CD351F417}"/>
          </ac:spMkLst>
        </pc:spChg>
      </pc:sldChg>
      <pc:sldChg chg="addSp delSp modSp new mod modClrScheme modShow chgLayout">
        <pc:chgData name="Jens Du Four" userId="1ca15b9c-b412-4586-9d52-b6f7e0798091" providerId="ADAL" clId="{D8C868FC-196F-4804-AE6D-8D3D36B1E350}" dt="2025-06-18T11:17:35.929" v="4041" actId="729"/>
        <pc:sldMkLst>
          <pc:docMk/>
          <pc:sldMk cId="1117970189" sldId="342"/>
        </pc:sldMkLst>
        <pc:spChg chg="mod ord">
          <ac:chgData name="Jens Du Four" userId="1ca15b9c-b412-4586-9d52-b6f7e0798091" providerId="ADAL" clId="{D8C868FC-196F-4804-AE6D-8D3D36B1E350}" dt="2025-06-11T07:08:43.519" v="2157" actId="700"/>
          <ac:spMkLst>
            <pc:docMk/>
            <pc:sldMk cId="1117970189" sldId="342"/>
            <ac:spMk id="2" creationId="{62F9B2AA-409C-C0AE-C310-25903A25FD8F}"/>
          </ac:spMkLst>
        </pc:spChg>
        <pc:spChg chg="mod ord">
          <ac:chgData name="Jens Du Four" userId="1ca15b9c-b412-4586-9d52-b6f7e0798091" providerId="ADAL" clId="{D8C868FC-196F-4804-AE6D-8D3D36B1E350}" dt="2025-06-11T07:08:43.519" v="2157" actId="700"/>
          <ac:spMkLst>
            <pc:docMk/>
            <pc:sldMk cId="1117970189" sldId="342"/>
            <ac:spMk id="5" creationId="{EFC8DC95-6385-E5E4-40D3-4E6F4C952046}"/>
          </ac:spMkLst>
        </pc:spChg>
        <pc:spChg chg="add mod ord">
          <ac:chgData name="Jens Du Four" userId="1ca15b9c-b412-4586-9d52-b6f7e0798091" providerId="ADAL" clId="{D8C868FC-196F-4804-AE6D-8D3D36B1E350}" dt="2025-06-11T07:08:43.519" v="2157" actId="700"/>
          <ac:spMkLst>
            <pc:docMk/>
            <pc:sldMk cId="1117970189" sldId="342"/>
            <ac:spMk id="6" creationId="{27A8B57D-951F-40DA-EAEC-DC0044BD8AF3}"/>
          </ac:spMkLst>
        </pc:spChg>
        <pc:spChg chg="add mod">
          <ac:chgData name="Jens Du Four" userId="1ca15b9c-b412-4586-9d52-b6f7e0798091" providerId="ADAL" clId="{D8C868FC-196F-4804-AE6D-8D3D36B1E350}" dt="2025-06-11T07:09:10.960" v="2161" actId="208"/>
          <ac:spMkLst>
            <pc:docMk/>
            <pc:sldMk cId="1117970189" sldId="342"/>
            <ac:spMk id="7" creationId="{6C5FF8F0-781C-E902-8C11-DC185DB9A8B1}"/>
          </ac:spMkLst>
        </pc:spChg>
        <pc:spChg chg="add mod">
          <ac:chgData name="Jens Du Four" userId="1ca15b9c-b412-4586-9d52-b6f7e0798091" providerId="ADAL" clId="{D8C868FC-196F-4804-AE6D-8D3D36B1E350}" dt="2025-06-11T07:09:10.960" v="2161" actId="208"/>
          <ac:spMkLst>
            <pc:docMk/>
            <pc:sldMk cId="1117970189" sldId="342"/>
            <ac:spMk id="8" creationId="{30CEC56F-BCBB-BAF4-EF92-7812ED8F29B3}"/>
          </ac:spMkLst>
        </pc:spChg>
        <pc:spChg chg="add mod">
          <ac:chgData name="Jens Du Four" userId="1ca15b9c-b412-4586-9d52-b6f7e0798091" providerId="ADAL" clId="{D8C868FC-196F-4804-AE6D-8D3D36B1E350}" dt="2025-06-11T07:09:10.960" v="2161" actId="208"/>
          <ac:spMkLst>
            <pc:docMk/>
            <pc:sldMk cId="1117970189" sldId="342"/>
            <ac:spMk id="9" creationId="{3A52EF7B-5351-DF19-8C9A-EFE598FAE85C}"/>
          </ac:spMkLst>
        </pc:spChg>
        <pc:spChg chg="add mod">
          <ac:chgData name="Jens Du Four" userId="1ca15b9c-b412-4586-9d52-b6f7e0798091" providerId="ADAL" clId="{D8C868FC-196F-4804-AE6D-8D3D36B1E350}" dt="2025-06-11T07:09:10.960" v="2161" actId="208"/>
          <ac:spMkLst>
            <pc:docMk/>
            <pc:sldMk cId="1117970189" sldId="342"/>
            <ac:spMk id="10" creationId="{4B00FD4C-8590-35A9-45CB-A235AA0BD6D7}"/>
          </ac:spMkLst>
        </pc:spChg>
        <pc:spChg chg="add mod">
          <ac:chgData name="Jens Du Four" userId="1ca15b9c-b412-4586-9d52-b6f7e0798091" providerId="ADAL" clId="{D8C868FC-196F-4804-AE6D-8D3D36B1E350}" dt="2025-06-11T07:09:10.960" v="2161" actId="208"/>
          <ac:spMkLst>
            <pc:docMk/>
            <pc:sldMk cId="1117970189" sldId="342"/>
            <ac:spMk id="11" creationId="{6E44A0C3-4BE7-0051-4637-EF7EEEE73FBB}"/>
          </ac:spMkLst>
        </pc:spChg>
        <pc:spChg chg="add mod">
          <ac:chgData name="Jens Du Four" userId="1ca15b9c-b412-4586-9d52-b6f7e0798091" providerId="ADAL" clId="{D8C868FC-196F-4804-AE6D-8D3D36B1E350}" dt="2025-06-11T07:09:10.960" v="2161" actId="208"/>
          <ac:spMkLst>
            <pc:docMk/>
            <pc:sldMk cId="1117970189" sldId="342"/>
            <ac:spMk id="15" creationId="{67AD3880-51AE-AFF8-803E-1409B42B1744}"/>
          </ac:spMkLst>
        </pc:spChg>
        <pc:cxnChg chg="add mod">
          <ac:chgData name="Jens Du Four" userId="1ca15b9c-b412-4586-9d52-b6f7e0798091" providerId="ADAL" clId="{D8C868FC-196F-4804-AE6D-8D3D36B1E350}" dt="2025-06-11T07:09:10.960" v="2161" actId="208"/>
          <ac:cxnSpMkLst>
            <pc:docMk/>
            <pc:sldMk cId="1117970189" sldId="342"/>
            <ac:cxnSpMk id="12" creationId="{146AE13D-11D6-2605-5DC0-C1F180CF94FF}"/>
          </ac:cxnSpMkLst>
        </pc:cxnChg>
        <pc:cxnChg chg="add mod">
          <ac:chgData name="Jens Du Four" userId="1ca15b9c-b412-4586-9d52-b6f7e0798091" providerId="ADAL" clId="{D8C868FC-196F-4804-AE6D-8D3D36B1E350}" dt="2025-06-11T07:09:10.960" v="2161" actId="208"/>
          <ac:cxnSpMkLst>
            <pc:docMk/>
            <pc:sldMk cId="1117970189" sldId="342"/>
            <ac:cxnSpMk id="13" creationId="{9975DECA-014B-D470-E3F5-CEAD9E1B6E83}"/>
          </ac:cxnSpMkLst>
        </pc:cxnChg>
        <pc:cxnChg chg="add mod">
          <ac:chgData name="Jens Du Four" userId="1ca15b9c-b412-4586-9d52-b6f7e0798091" providerId="ADAL" clId="{D8C868FC-196F-4804-AE6D-8D3D36B1E350}" dt="2025-06-11T07:09:10.960" v="2161" actId="208"/>
          <ac:cxnSpMkLst>
            <pc:docMk/>
            <pc:sldMk cId="1117970189" sldId="342"/>
            <ac:cxnSpMk id="14" creationId="{29012DD3-1C67-5B4D-6CC0-B3D795F9F879}"/>
          </ac:cxnSpMkLst>
        </pc:cxnChg>
        <pc:cxnChg chg="add mod">
          <ac:chgData name="Jens Du Four" userId="1ca15b9c-b412-4586-9d52-b6f7e0798091" providerId="ADAL" clId="{D8C868FC-196F-4804-AE6D-8D3D36B1E350}" dt="2025-06-11T07:09:10.960" v="2161" actId="208"/>
          <ac:cxnSpMkLst>
            <pc:docMk/>
            <pc:sldMk cId="1117970189" sldId="342"/>
            <ac:cxnSpMk id="16" creationId="{0AD2954A-08DA-346B-18B9-89A969623C53}"/>
          </ac:cxnSpMkLst>
        </pc:cxnChg>
      </pc:sldChg>
      <pc:sldChg chg="addSp delSp modSp new mod modShow">
        <pc:chgData name="Jens Du Four" userId="1ca15b9c-b412-4586-9d52-b6f7e0798091" providerId="ADAL" clId="{D8C868FC-196F-4804-AE6D-8D3D36B1E350}" dt="2025-06-18T11:17:35.929" v="4041" actId="729"/>
        <pc:sldMkLst>
          <pc:docMk/>
          <pc:sldMk cId="2953777249" sldId="343"/>
        </pc:sldMkLst>
        <pc:spChg chg="mod">
          <ac:chgData name="Jens Du Four" userId="1ca15b9c-b412-4586-9d52-b6f7e0798091" providerId="ADAL" clId="{D8C868FC-196F-4804-AE6D-8D3D36B1E350}" dt="2025-06-11T07:12:24.414" v="2256" actId="20577"/>
          <ac:spMkLst>
            <pc:docMk/>
            <pc:sldMk cId="2953777249" sldId="343"/>
            <ac:spMk id="2" creationId="{467D6B54-D9C6-A933-A071-03A7BC51417C}"/>
          </ac:spMkLst>
        </pc:spChg>
        <pc:graphicFrameChg chg="add mod">
          <ac:chgData name="Jens Du Four" userId="1ca15b9c-b412-4586-9d52-b6f7e0798091" providerId="ADAL" clId="{D8C868FC-196F-4804-AE6D-8D3D36B1E350}" dt="2025-06-11T07:16:02.800" v="2264" actId="12100"/>
          <ac:graphicFrameMkLst>
            <pc:docMk/>
            <pc:sldMk cId="2953777249" sldId="343"/>
            <ac:graphicFrameMk id="8" creationId="{68540790-3201-7535-2D3D-C9C613BC9188}"/>
          </ac:graphicFrameMkLst>
        </pc:graphicFrameChg>
      </pc:sldChg>
      <pc:sldChg chg="addSp delSp modSp new mod delAnim modAnim modShow">
        <pc:chgData name="Jens Du Four" userId="1ca15b9c-b412-4586-9d52-b6f7e0798091" providerId="ADAL" clId="{D8C868FC-196F-4804-AE6D-8D3D36B1E350}" dt="2025-06-18T11:17:35.929" v="4041" actId="729"/>
        <pc:sldMkLst>
          <pc:docMk/>
          <pc:sldMk cId="798971120" sldId="344"/>
        </pc:sldMkLst>
        <pc:spChg chg="mod">
          <ac:chgData name="Jens Du Four" userId="1ca15b9c-b412-4586-9d52-b6f7e0798091" providerId="ADAL" clId="{D8C868FC-196F-4804-AE6D-8D3D36B1E350}" dt="2025-06-11T07:18:24.681" v="2406" actId="20577"/>
          <ac:spMkLst>
            <pc:docMk/>
            <pc:sldMk cId="798971120" sldId="344"/>
            <ac:spMk id="2" creationId="{5F229CE5-E140-7F40-2714-12715DAD2516}"/>
          </ac:spMkLst>
        </pc:spChg>
        <pc:spChg chg="mod">
          <ac:chgData name="Jens Du Four" userId="1ca15b9c-b412-4586-9d52-b6f7e0798091" providerId="ADAL" clId="{D8C868FC-196F-4804-AE6D-8D3D36B1E350}" dt="2025-06-11T07:24:50.090" v="2777" actId="20577"/>
          <ac:spMkLst>
            <pc:docMk/>
            <pc:sldMk cId="798971120" sldId="344"/>
            <ac:spMk id="3" creationId="{C0938083-D028-DAD8-A99A-0D39F6C2755D}"/>
          </ac:spMkLst>
        </pc:spChg>
        <pc:picChg chg="add mod modCrop">
          <ac:chgData name="Jens Du Four" userId="1ca15b9c-b412-4586-9d52-b6f7e0798091" providerId="ADAL" clId="{D8C868FC-196F-4804-AE6D-8D3D36B1E350}" dt="2025-06-14T17:45:20.962" v="3294" actId="1076"/>
          <ac:picMkLst>
            <pc:docMk/>
            <pc:sldMk cId="798971120" sldId="344"/>
            <ac:picMk id="8" creationId="{0083F04A-6667-953D-5AAC-AD3C7C3716EB}"/>
          </ac:picMkLst>
        </pc:picChg>
        <pc:picChg chg="add mod">
          <ac:chgData name="Jens Du Four" userId="1ca15b9c-b412-4586-9d52-b6f7e0798091" providerId="ADAL" clId="{D8C868FC-196F-4804-AE6D-8D3D36B1E350}" dt="2025-06-14T17:46:37.407" v="3301" actId="1076"/>
          <ac:picMkLst>
            <pc:docMk/>
            <pc:sldMk cId="798971120" sldId="344"/>
            <ac:picMk id="10" creationId="{3455CE4A-FADC-7C07-F0F4-0374CF8F3F0E}"/>
          </ac:picMkLst>
        </pc:picChg>
      </pc:sldChg>
      <pc:sldChg chg="addSp delSp modSp new mod modShow">
        <pc:chgData name="Jens Du Four" userId="1ca15b9c-b412-4586-9d52-b6f7e0798091" providerId="ADAL" clId="{D8C868FC-196F-4804-AE6D-8D3D36B1E350}" dt="2025-06-18T11:17:35.929" v="4041" actId="729"/>
        <pc:sldMkLst>
          <pc:docMk/>
          <pc:sldMk cId="1359327479" sldId="345"/>
        </pc:sldMkLst>
        <pc:spChg chg="mod">
          <ac:chgData name="Jens Du Four" userId="1ca15b9c-b412-4586-9d52-b6f7e0798091" providerId="ADAL" clId="{D8C868FC-196F-4804-AE6D-8D3D36B1E350}" dt="2025-06-11T07:18:38.365" v="2436" actId="20577"/>
          <ac:spMkLst>
            <pc:docMk/>
            <pc:sldMk cId="1359327479" sldId="345"/>
            <ac:spMk id="2" creationId="{C66A241D-B070-324F-08B4-389593981F1C}"/>
          </ac:spMkLst>
        </pc:spChg>
        <pc:spChg chg="mod">
          <ac:chgData name="Jens Du Four" userId="1ca15b9c-b412-4586-9d52-b6f7e0798091" providerId="ADAL" clId="{D8C868FC-196F-4804-AE6D-8D3D36B1E350}" dt="2025-06-14T17:48:49.514" v="3311" actId="26606"/>
          <ac:spMkLst>
            <pc:docMk/>
            <pc:sldMk cId="1359327479" sldId="345"/>
            <ac:spMk id="3" creationId="{422ED6AE-2402-0906-678B-7546B2BAE7D1}"/>
          </ac:spMkLst>
        </pc:spChg>
        <pc:spChg chg="ord">
          <ac:chgData name="Jens Du Four" userId="1ca15b9c-b412-4586-9d52-b6f7e0798091" providerId="ADAL" clId="{D8C868FC-196F-4804-AE6D-8D3D36B1E350}" dt="2025-06-14T17:48:49.514" v="3311" actId="26606"/>
          <ac:spMkLst>
            <pc:docMk/>
            <pc:sldMk cId="1359327479" sldId="345"/>
            <ac:spMk id="4" creationId="{C565DD6E-FB07-2952-CB55-7994F93B1FFB}"/>
          </ac:spMkLst>
        </pc:spChg>
        <pc:picChg chg="add mod">
          <ac:chgData name="Jens Du Four" userId="1ca15b9c-b412-4586-9d52-b6f7e0798091" providerId="ADAL" clId="{D8C868FC-196F-4804-AE6D-8D3D36B1E350}" dt="2025-06-14T17:48:49.514" v="3311" actId="26606"/>
          <ac:picMkLst>
            <pc:docMk/>
            <pc:sldMk cId="1359327479" sldId="345"/>
            <ac:picMk id="6" creationId="{49E3B727-D296-CDD0-0EB4-7942FACCDED2}"/>
          </ac:picMkLst>
        </pc:picChg>
      </pc:sldChg>
      <pc:sldChg chg="addSp delSp modSp new mod modShow modNotesTx">
        <pc:chgData name="Jens Du Four" userId="1ca15b9c-b412-4586-9d52-b6f7e0798091" providerId="ADAL" clId="{D8C868FC-196F-4804-AE6D-8D3D36B1E350}" dt="2025-06-18T11:17:35.929" v="4041" actId="729"/>
        <pc:sldMkLst>
          <pc:docMk/>
          <pc:sldMk cId="911084991" sldId="346"/>
        </pc:sldMkLst>
        <pc:spChg chg="mod">
          <ac:chgData name="Jens Du Four" userId="1ca15b9c-b412-4586-9d52-b6f7e0798091" providerId="ADAL" clId="{D8C868FC-196F-4804-AE6D-8D3D36B1E350}" dt="2025-06-11T07:18:46.465" v="2474" actId="20577"/>
          <ac:spMkLst>
            <pc:docMk/>
            <pc:sldMk cId="911084991" sldId="346"/>
            <ac:spMk id="2" creationId="{E267D603-A9C9-99A0-BAE8-035AE761B8F4}"/>
          </ac:spMkLst>
        </pc:spChg>
        <pc:picChg chg="add mod">
          <ac:chgData name="Jens Du Four" userId="1ca15b9c-b412-4586-9d52-b6f7e0798091" providerId="ADAL" clId="{D8C868FC-196F-4804-AE6D-8D3D36B1E350}" dt="2025-06-14T18:18:53.036" v="3376" actId="962"/>
          <ac:picMkLst>
            <pc:docMk/>
            <pc:sldMk cId="911084991" sldId="346"/>
            <ac:picMk id="9" creationId="{BE76C736-69EA-603A-F125-6C28B2B7CD8D}"/>
          </ac:picMkLst>
        </pc:picChg>
      </pc:sldChg>
      <pc:sldChg chg="addSp modSp new mod modShow">
        <pc:chgData name="Jens Du Four" userId="1ca15b9c-b412-4586-9d52-b6f7e0798091" providerId="ADAL" clId="{D8C868FC-196F-4804-AE6D-8D3D36B1E350}" dt="2025-06-18T11:17:35.929" v="4041" actId="729"/>
        <pc:sldMkLst>
          <pc:docMk/>
          <pc:sldMk cId="1252824076" sldId="347"/>
        </pc:sldMkLst>
        <pc:spChg chg="mod">
          <ac:chgData name="Jens Du Four" userId="1ca15b9c-b412-4586-9d52-b6f7e0798091" providerId="ADAL" clId="{D8C868FC-196F-4804-AE6D-8D3D36B1E350}" dt="2025-06-11T07:18:57.991" v="2534" actId="20577"/>
          <ac:spMkLst>
            <pc:docMk/>
            <pc:sldMk cId="1252824076" sldId="347"/>
            <ac:spMk id="2" creationId="{E6AF0AC2-83A7-F87E-72E2-70199CDA2B40}"/>
          </ac:spMkLst>
        </pc:spChg>
        <pc:spChg chg="mod">
          <ac:chgData name="Jens Du Four" userId="1ca15b9c-b412-4586-9d52-b6f7e0798091" providerId="ADAL" clId="{D8C868FC-196F-4804-AE6D-8D3D36B1E350}" dt="2025-06-11T07:43:11.487" v="3074" actId="113"/>
          <ac:spMkLst>
            <pc:docMk/>
            <pc:sldMk cId="1252824076" sldId="347"/>
            <ac:spMk id="3" creationId="{2563D64B-55FD-FE43-DE42-4BCEB9E38818}"/>
          </ac:spMkLst>
        </pc:spChg>
        <pc:picChg chg="add mod">
          <ac:chgData name="Jens Du Four" userId="1ca15b9c-b412-4586-9d52-b6f7e0798091" providerId="ADAL" clId="{D8C868FC-196F-4804-AE6D-8D3D36B1E350}" dt="2025-06-14T18:24:25.894" v="3383" actId="12788"/>
          <ac:picMkLst>
            <pc:docMk/>
            <pc:sldMk cId="1252824076" sldId="347"/>
            <ac:picMk id="6" creationId="{68AFCE85-1FEE-EEE8-2635-3B2A9A1C3B58}"/>
          </ac:picMkLst>
        </pc:picChg>
      </pc:sldChg>
      <pc:sldChg chg="addSp delSp modSp new mod modClrScheme modShow chgLayout">
        <pc:chgData name="Jens Du Four" userId="1ca15b9c-b412-4586-9d52-b6f7e0798091" providerId="ADAL" clId="{D8C868FC-196F-4804-AE6D-8D3D36B1E350}" dt="2025-06-18T11:17:35.929" v="4041" actId="729"/>
        <pc:sldMkLst>
          <pc:docMk/>
          <pc:sldMk cId="1374568513" sldId="348"/>
        </pc:sldMkLst>
        <pc:spChg chg="mod ord">
          <ac:chgData name="Jens Du Four" userId="1ca15b9c-b412-4586-9d52-b6f7e0798091" providerId="ADAL" clId="{D8C868FC-196F-4804-AE6D-8D3D36B1E350}" dt="2025-06-14T18:33:07.229" v="3406" actId="700"/>
          <ac:spMkLst>
            <pc:docMk/>
            <pc:sldMk cId="1374568513" sldId="348"/>
            <ac:spMk id="2" creationId="{4B2AE49E-0676-7E62-4ABD-5E45B3A26511}"/>
          </ac:spMkLst>
        </pc:spChg>
        <pc:spChg chg="mod ord">
          <ac:chgData name="Jens Du Four" userId="1ca15b9c-b412-4586-9d52-b6f7e0798091" providerId="ADAL" clId="{D8C868FC-196F-4804-AE6D-8D3D36B1E350}" dt="2025-06-14T18:33:07.229" v="3406" actId="700"/>
          <ac:spMkLst>
            <pc:docMk/>
            <pc:sldMk cId="1374568513" sldId="348"/>
            <ac:spMk id="4" creationId="{8488AB05-C968-CFD8-3323-78F76319BA2B}"/>
          </ac:spMkLst>
        </pc:spChg>
        <pc:spChg chg="add mod ord">
          <ac:chgData name="Jens Du Four" userId="1ca15b9c-b412-4586-9d52-b6f7e0798091" providerId="ADAL" clId="{D8C868FC-196F-4804-AE6D-8D3D36B1E350}" dt="2025-06-14T18:33:16.180" v="3415" actId="20577"/>
          <ac:spMkLst>
            <pc:docMk/>
            <pc:sldMk cId="1374568513" sldId="348"/>
            <ac:spMk id="9" creationId="{16C72E65-3AC3-2C8D-FC0B-10D5B15D8A84}"/>
          </ac:spMkLst>
        </pc:spChg>
        <pc:picChg chg="add mod modCrop">
          <ac:chgData name="Jens Du Four" userId="1ca15b9c-b412-4586-9d52-b6f7e0798091" providerId="ADAL" clId="{D8C868FC-196F-4804-AE6D-8D3D36B1E350}" dt="2025-06-14T18:33:48.155" v="3420" actId="1076"/>
          <ac:picMkLst>
            <pc:docMk/>
            <pc:sldMk cId="1374568513" sldId="348"/>
            <ac:picMk id="6" creationId="{C1F1DA9E-A2BD-619A-3F7D-478A71EF02FD}"/>
          </ac:picMkLst>
        </pc:picChg>
      </pc:sldChg>
      <pc:sldChg chg="mod modShow">
        <pc:chgData name="Jens Du Four" userId="1ca15b9c-b412-4586-9d52-b6f7e0798091" providerId="ADAL" clId="{D8C868FC-196F-4804-AE6D-8D3D36B1E350}" dt="2025-06-18T11:17:35.929" v="4041" actId="729"/>
        <pc:sldMkLst>
          <pc:docMk/>
          <pc:sldMk cId="2052208967" sldId="349"/>
        </pc:sldMkLst>
      </pc:sldChg>
      <pc:sldChg chg="new del">
        <pc:chgData name="Jens Du Four" userId="1ca15b9c-b412-4586-9d52-b6f7e0798091" providerId="ADAL" clId="{D8C868FC-196F-4804-AE6D-8D3D36B1E350}" dt="2025-06-11T07:39:45.133" v="3028" actId="680"/>
        <pc:sldMkLst>
          <pc:docMk/>
          <pc:sldMk cId="2420733641" sldId="349"/>
        </pc:sldMkLst>
      </pc:sldChg>
      <pc:sldChg chg="addSp delSp modSp mod modShow">
        <pc:chgData name="Jens Du Four" userId="1ca15b9c-b412-4586-9d52-b6f7e0798091" providerId="ADAL" clId="{D8C868FC-196F-4804-AE6D-8D3D36B1E350}" dt="2025-06-18T11:17:35.929" v="4041" actId="729"/>
        <pc:sldMkLst>
          <pc:docMk/>
          <pc:sldMk cId="3389464711" sldId="350"/>
        </pc:sldMkLst>
        <pc:spChg chg="mod">
          <ac:chgData name="Jens Du Four" userId="1ca15b9c-b412-4586-9d52-b6f7e0798091" providerId="ADAL" clId="{D8C868FC-196F-4804-AE6D-8D3D36B1E350}" dt="2025-06-14T18:02:58.883" v="3326" actId="26606"/>
          <ac:spMkLst>
            <pc:docMk/>
            <pc:sldMk cId="3389464711" sldId="350"/>
            <ac:spMk id="4" creationId="{E91E4107-F70A-60E5-364E-14229D685769}"/>
          </ac:spMkLst>
        </pc:spChg>
        <pc:spChg chg="add">
          <ac:chgData name="Jens Du Four" userId="1ca15b9c-b412-4586-9d52-b6f7e0798091" providerId="ADAL" clId="{D8C868FC-196F-4804-AE6D-8D3D36B1E350}" dt="2025-06-14T18:02:58.883" v="3326" actId="26606"/>
          <ac:spMkLst>
            <pc:docMk/>
            <pc:sldMk cId="3389464711" sldId="350"/>
            <ac:spMk id="11" creationId="{0734D072-95AD-6F01-AC12-6D911B34FF4C}"/>
          </ac:spMkLst>
        </pc:spChg>
        <pc:picChg chg="add mod">
          <ac:chgData name="Jens Du Four" userId="1ca15b9c-b412-4586-9d52-b6f7e0798091" providerId="ADAL" clId="{D8C868FC-196F-4804-AE6D-8D3D36B1E350}" dt="2025-06-14T18:02:58.883" v="3326" actId="26606"/>
          <ac:picMkLst>
            <pc:docMk/>
            <pc:sldMk cId="3389464711" sldId="350"/>
            <ac:picMk id="6" creationId="{4B041B29-216A-EFE2-5EDE-4EADFF599F93}"/>
          </ac:picMkLst>
        </pc:picChg>
      </pc:sldChg>
      <pc:sldChg chg="addSp delSp modSp mod modShow">
        <pc:chgData name="Jens Du Four" userId="1ca15b9c-b412-4586-9d52-b6f7e0798091" providerId="ADAL" clId="{D8C868FC-196F-4804-AE6D-8D3D36B1E350}" dt="2025-06-18T11:17:35.929" v="4041" actId="729"/>
        <pc:sldMkLst>
          <pc:docMk/>
          <pc:sldMk cId="393929668" sldId="351"/>
        </pc:sldMkLst>
        <pc:picChg chg="add mod">
          <ac:chgData name="Jens Du Four" userId="1ca15b9c-b412-4586-9d52-b6f7e0798091" providerId="ADAL" clId="{D8C868FC-196F-4804-AE6D-8D3D36B1E350}" dt="2025-06-14T18:06:17.163" v="3345" actId="962"/>
          <ac:picMkLst>
            <pc:docMk/>
            <pc:sldMk cId="393929668" sldId="351"/>
            <ac:picMk id="6" creationId="{FBB09E78-65ED-C2CC-395E-7B95C08525EF}"/>
          </ac:picMkLst>
        </pc:picChg>
      </pc:sldChg>
      <pc:sldChg chg="mod modShow">
        <pc:chgData name="Jens Du Four" userId="1ca15b9c-b412-4586-9d52-b6f7e0798091" providerId="ADAL" clId="{D8C868FC-196F-4804-AE6D-8D3D36B1E350}" dt="2025-06-18T11:17:35.929" v="4041" actId="729"/>
        <pc:sldMkLst>
          <pc:docMk/>
          <pc:sldMk cId="2216523221" sldId="352"/>
        </pc:sldMkLst>
      </pc:sldChg>
      <pc:sldChg chg="mod modShow">
        <pc:chgData name="Jens Du Four" userId="1ca15b9c-b412-4586-9d52-b6f7e0798091" providerId="ADAL" clId="{D8C868FC-196F-4804-AE6D-8D3D36B1E350}" dt="2025-06-18T11:17:35.929" v="4041" actId="729"/>
        <pc:sldMkLst>
          <pc:docMk/>
          <pc:sldMk cId="646248984" sldId="353"/>
        </pc:sldMkLst>
      </pc:sldChg>
      <pc:sldChg chg="modSp mod modShow">
        <pc:chgData name="Jens Du Four" userId="1ca15b9c-b412-4586-9d52-b6f7e0798091" providerId="ADAL" clId="{D8C868FC-196F-4804-AE6D-8D3D36B1E350}" dt="2025-06-18T11:17:35.929" v="4041" actId="729"/>
        <pc:sldMkLst>
          <pc:docMk/>
          <pc:sldMk cId="123345609" sldId="354"/>
        </pc:sldMkLst>
        <pc:spChg chg="mod">
          <ac:chgData name="Jens Du Four" userId="1ca15b9c-b412-4586-9d52-b6f7e0798091" providerId="ADAL" clId="{D8C868FC-196F-4804-AE6D-8D3D36B1E350}" dt="2025-06-14T17:36:44.753" v="3139" actId="20577"/>
          <ac:spMkLst>
            <pc:docMk/>
            <pc:sldMk cId="123345609" sldId="354"/>
            <ac:spMk id="3" creationId="{1DE97F15-0846-8C31-71B6-DF833A7F40D8}"/>
          </ac:spMkLst>
        </pc:spChg>
      </pc:sldChg>
      <pc:sldChg chg="addSp delSp modSp mod modShow">
        <pc:chgData name="Jens Du Four" userId="1ca15b9c-b412-4586-9d52-b6f7e0798091" providerId="ADAL" clId="{D8C868FC-196F-4804-AE6D-8D3D36B1E350}" dt="2025-06-18T11:17:35.929" v="4041" actId="729"/>
        <pc:sldMkLst>
          <pc:docMk/>
          <pc:sldMk cId="2181928791" sldId="355"/>
        </pc:sldMkLst>
        <pc:spChg chg="mod">
          <ac:chgData name="Jens Du Four" userId="1ca15b9c-b412-4586-9d52-b6f7e0798091" providerId="ADAL" clId="{D8C868FC-196F-4804-AE6D-8D3D36B1E350}" dt="2025-06-14T17:38:33.560" v="3187" actId="20577"/>
          <ac:spMkLst>
            <pc:docMk/>
            <pc:sldMk cId="2181928791" sldId="355"/>
            <ac:spMk id="5" creationId="{28CF5B9C-3008-DCC1-5425-9254587A73C8}"/>
          </ac:spMkLst>
        </pc:spChg>
        <pc:picChg chg="add mod">
          <ac:chgData name="Jens Du Four" userId="1ca15b9c-b412-4586-9d52-b6f7e0798091" providerId="ADAL" clId="{D8C868FC-196F-4804-AE6D-8D3D36B1E350}" dt="2025-06-14T18:15:39.942" v="3362" actId="962"/>
          <ac:picMkLst>
            <pc:docMk/>
            <pc:sldMk cId="2181928791" sldId="355"/>
            <ac:picMk id="7" creationId="{3EC8A3F2-C4E1-8DD8-8BD1-FFB6CD184B88}"/>
          </ac:picMkLst>
        </pc:picChg>
      </pc:sldChg>
      <pc:sldChg chg="mod modShow">
        <pc:chgData name="Jens Du Four" userId="1ca15b9c-b412-4586-9d52-b6f7e0798091" providerId="ADAL" clId="{D8C868FC-196F-4804-AE6D-8D3D36B1E350}" dt="2025-06-18T11:17:35.929" v="4041" actId="729"/>
        <pc:sldMkLst>
          <pc:docMk/>
          <pc:sldMk cId="2028658822" sldId="356"/>
        </pc:sldMkLst>
      </pc:sldChg>
      <pc:sldChg chg="addSp modSp mod modShow">
        <pc:chgData name="Jens Du Four" userId="1ca15b9c-b412-4586-9d52-b6f7e0798091" providerId="ADAL" clId="{D8C868FC-196F-4804-AE6D-8D3D36B1E350}" dt="2025-06-18T11:17:35.929" v="4041" actId="729"/>
        <pc:sldMkLst>
          <pc:docMk/>
          <pc:sldMk cId="2121177876" sldId="357"/>
        </pc:sldMkLst>
        <pc:spChg chg="mod">
          <ac:chgData name="Jens Du Four" userId="1ca15b9c-b412-4586-9d52-b6f7e0798091" providerId="ADAL" clId="{D8C868FC-196F-4804-AE6D-8D3D36B1E350}" dt="2025-06-14T17:51:24.736" v="3319" actId="26606"/>
          <ac:spMkLst>
            <pc:docMk/>
            <pc:sldMk cId="2121177876" sldId="357"/>
            <ac:spMk id="3" creationId="{A2E5ACDD-8F95-AA53-DB30-92AA7138AF39}"/>
          </ac:spMkLst>
        </pc:spChg>
        <pc:spChg chg="ord">
          <ac:chgData name="Jens Du Four" userId="1ca15b9c-b412-4586-9d52-b6f7e0798091" providerId="ADAL" clId="{D8C868FC-196F-4804-AE6D-8D3D36B1E350}" dt="2025-06-14T17:51:24.736" v="3319" actId="26606"/>
          <ac:spMkLst>
            <pc:docMk/>
            <pc:sldMk cId="2121177876" sldId="357"/>
            <ac:spMk id="5" creationId="{B84BA475-03AD-5AE3-500B-10D953F4B15A}"/>
          </ac:spMkLst>
        </pc:spChg>
        <pc:picChg chg="add mod modCrop">
          <ac:chgData name="Jens Du Four" userId="1ca15b9c-b412-4586-9d52-b6f7e0798091" providerId="ADAL" clId="{D8C868FC-196F-4804-AE6D-8D3D36B1E350}" dt="2025-06-14T17:51:34.179" v="3320" actId="18131"/>
          <ac:picMkLst>
            <pc:docMk/>
            <pc:sldMk cId="2121177876" sldId="357"/>
            <ac:picMk id="6" creationId="{E7078D0A-A384-49FB-E3E8-1744FC115D1E}"/>
          </ac:picMkLst>
        </pc:picChg>
      </pc:sldChg>
      <pc:sldChg chg="addSp delSp modSp add mod modShow">
        <pc:chgData name="Jens Du Four" userId="1ca15b9c-b412-4586-9d52-b6f7e0798091" providerId="ADAL" clId="{D8C868FC-196F-4804-AE6D-8D3D36B1E350}" dt="2025-06-18T11:17:35.929" v="4041" actId="729"/>
        <pc:sldMkLst>
          <pc:docMk/>
          <pc:sldMk cId="2843964715" sldId="358"/>
        </pc:sldMkLst>
        <pc:spChg chg="mod">
          <ac:chgData name="Jens Du Four" userId="1ca15b9c-b412-4586-9d52-b6f7e0798091" providerId="ADAL" clId="{D8C868FC-196F-4804-AE6D-8D3D36B1E350}" dt="2025-06-14T17:39:42.618" v="3213" actId="20577"/>
          <ac:spMkLst>
            <pc:docMk/>
            <pc:sldMk cId="2843964715" sldId="358"/>
            <ac:spMk id="5" creationId="{0F85336C-9169-61E9-DE76-E28952665F41}"/>
          </ac:spMkLst>
        </pc:spChg>
        <pc:picChg chg="add mod">
          <ac:chgData name="Jens Du Four" userId="1ca15b9c-b412-4586-9d52-b6f7e0798091" providerId="ADAL" clId="{D8C868FC-196F-4804-AE6D-8D3D36B1E350}" dt="2025-06-14T18:18:24.091" v="3372" actId="962"/>
          <ac:picMkLst>
            <pc:docMk/>
            <pc:sldMk cId="2843964715" sldId="358"/>
            <ac:picMk id="7" creationId="{B65F2114-54AA-676E-B158-7900C4260418}"/>
          </ac:picMkLst>
        </pc:picChg>
      </pc:sldChg>
      <pc:sldChg chg="addSp delSp modSp add mod modShow">
        <pc:chgData name="Jens Du Four" userId="1ca15b9c-b412-4586-9d52-b6f7e0798091" providerId="ADAL" clId="{D8C868FC-196F-4804-AE6D-8D3D36B1E350}" dt="2025-06-18T11:17:35.929" v="4041" actId="729"/>
        <pc:sldMkLst>
          <pc:docMk/>
          <pc:sldMk cId="2315970503" sldId="359"/>
        </pc:sldMkLst>
        <pc:spChg chg="mod">
          <ac:chgData name="Jens Du Four" userId="1ca15b9c-b412-4586-9d52-b6f7e0798091" providerId="ADAL" clId="{D8C868FC-196F-4804-AE6D-8D3D36B1E350}" dt="2025-06-14T18:17:20.421" v="3366" actId="6549"/>
          <ac:spMkLst>
            <pc:docMk/>
            <pc:sldMk cId="2315970503" sldId="359"/>
            <ac:spMk id="5" creationId="{C2BEEC58-4432-86FB-81F8-E586E0C5A67F}"/>
          </ac:spMkLst>
        </pc:spChg>
        <pc:picChg chg="add mod">
          <ac:chgData name="Jens Du Four" userId="1ca15b9c-b412-4586-9d52-b6f7e0798091" providerId="ADAL" clId="{D8C868FC-196F-4804-AE6D-8D3D36B1E350}" dt="2025-06-14T18:18:19.391" v="3369" actId="962"/>
          <ac:picMkLst>
            <pc:docMk/>
            <pc:sldMk cId="2315970503" sldId="359"/>
            <ac:picMk id="7" creationId="{F9C672E6-270A-CC16-6A1E-304E250F96BD}"/>
          </ac:picMkLst>
        </pc:picChg>
      </pc:sldChg>
      <pc:sldChg chg="addSp delSp modSp new mod modShow">
        <pc:chgData name="Jens Du Four" userId="1ca15b9c-b412-4586-9d52-b6f7e0798091" providerId="ADAL" clId="{D8C868FC-196F-4804-AE6D-8D3D36B1E350}" dt="2025-06-18T11:17:35.929" v="4041" actId="729"/>
        <pc:sldMkLst>
          <pc:docMk/>
          <pc:sldMk cId="3473257513" sldId="360"/>
        </pc:sldMkLst>
        <pc:picChg chg="add mod">
          <ac:chgData name="Jens Du Four" userId="1ca15b9c-b412-4586-9d52-b6f7e0798091" providerId="ADAL" clId="{D8C868FC-196F-4804-AE6D-8D3D36B1E350}" dt="2025-06-14T18:03:32.552" v="3330" actId="962"/>
          <ac:picMkLst>
            <pc:docMk/>
            <pc:sldMk cId="3473257513" sldId="360"/>
            <ac:picMk id="6" creationId="{72300958-C9DF-9FFF-FFAE-125483F17102}"/>
          </ac:picMkLst>
        </pc:picChg>
      </pc:sldChg>
      <pc:sldChg chg="addSp delSp modSp new mod modShow">
        <pc:chgData name="Jens Du Four" userId="1ca15b9c-b412-4586-9d52-b6f7e0798091" providerId="ADAL" clId="{D8C868FC-196F-4804-AE6D-8D3D36B1E350}" dt="2025-06-18T11:17:35.929" v="4041" actId="729"/>
        <pc:sldMkLst>
          <pc:docMk/>
          <pc:sldMk cId="320502399" sldId="361"/>
        </pc:sldMkLst>
        <pc:picChg chg="add mod">
          <ac:chgData name="Jens Du Four" userId="1ca15b9c-b412-4586-9d52-b6f7e0798091" providerId="ADAL" clId="{D8C868FC-196F-4804-AE6D-8D3D36B1E350}" dt="2025-06-14T18:04:03.743" v="3334" actId="962"/>
          <ac:picMkLst>
            <pc:docMk/>
            <pc:sldMk cId="320502399" sldId="361"/>
            <ac:picMk id="6" creationId="{49779426-F443-8C11-CE09-9FA94E450517}"/>
          </ac:picMkLst>
        </pc:picChg>
      </pc:sldChg>
      <pc:sldChg chg="addSp delSp modSp new del mod">
        <pc:chgData name="Jens Du Four" userId="1ca15b9c-b412-4586-9d52-b6f7e0798091" providerId="ADAL" clId="{D8C868FC-196F-4804-AE6D-8D3D36B1E350}" dt="2025-06-14T18:11:21.176" v="3359" actId="47"/>
        <pc:sldMkLst>
          <pc:docMk/>
          <pc:sldMk cId="948250678" sldId="362"/>
        </pc:sldMkLst>
      </pc:sldChg>
      <pc:sldChg chg="modSp add del mod">
        <pc:chgData name="Jens Du Four" userId="1ca15b9c-b412-4586-9d52-b6f7e0798091" providerId="ADAL" clId="{D8C868FC-196F-4804-AE6D-8D3D36B1E350}" dt="2025-06-14T20:29:17.778" v="3546" actId="47"/>
        <pc:sldMkLst>
          <pc:docMk/>
          <pc:sldMk cId="1770721508" sldId="362"/>
        </pc:sldMkLst>
      </pc:sldChg>
      <pc:sldChg chg="addSp delSp modSp new del mod">
        <pc:chgData name="Jens Du Four" userId="1ca15b9c-b412-4586-9d52-b6f7e0798091" providerId="ADAL" clId="{D8C868FC-196F-4804-AE6D-8D3D36B1E350}" dt="2025-06-14T18:11:15.291" v="3358" actId="47"/>
        <pc:sldMkLst>
          <pc:docMk/>
          <pc:sldMk cId="2643234953" sldId="363"/>
        </pc:sldMkLst>
      </pc:sldChg>
      <pc:sldChg chg="addSp modSp new mod modShow modNotesTx">
        <pc:chgData name="Jens Du Four" userId="1ca15b9c-b412-4586-9d52-b6f7e0798091" providerId="ADAL" clId="{D8C868FC-196F-4804-AE6D-8D3D36B1E350}" dt="2025-06-18T11:17:35.929" v="4041" actId="729"/>
        <pc:sldMkLst>
          <pc:docMk/>
          <pc:sldMk cId="2745499843" sldId="363"/>
        </pc:sldMkLst>
        <pc:spChg chg="mod">
          <ac:chgData name="Jens Du Four" userId="1ca15b9c-b412-4586-9d52-b6f7e0798091" providerId="ADAL" clId="{D8C868FC-196F-4804-AE6D-8D3D36B1E350}" dt="2025-06-14T20:32:58.715" v="3802" actId="20577"/>
          <ac:spMkLst>
            <pc:docMk/>
            <pc:sldMk cId="2745499843" sldId="363"/>
            <ac:spMk id="2" creationId="{610877E2-FFF9-B23A-1954-3C413CA74E94}"/>
          </ac:spMkLst>
        </pc:spChg>
        <pc:spChg chg="mod">
          <ac:chgData name="Jens Du Four" userId="1ca15b9c-b412-4586-9d52-b6f7e0798091" providerId="ADAL" clId="{D8C868FC-196F-4804-AE6D-8D3D36B1E350}" dt="2025-06-14T20:29:51.118" v="3598" actId="20577"/>
          <ac:spMkLst>
            <pc:docMk/>
            <pc:sldMk cId="2745499843" sldId="363"/>
            <ac:spMk id="3" creationId="{4F321928-6B71-0A99-5917-4BCE53A37545}"/>
          </ac:spMkLst>
        </pc:spChg>
        <pc:picChg chg="add mod">
          <ac:chgData name="Jens Du Four" userId="1ca15b9c-b412-4586-9d52-b6f7e0798091" providerId="ADAL" clId="{D8C868FC-196F-4804-AE6D-8D3D36B1E350}" dt="2025-06-14T20:30:15.679" v="3602" actId="1076"/>
          <ac:picMkLst>
            <pc:docMk/>
            <pc:sldMk cId="2745499843" sldId="363"/>
            <ac:picMk id="6" creationId="{A33BB437-975D-05F8-8F61-A603629AD437}"/>
          </ac:picMkLst>
        </pc:picChg>
      </pc:sldChg>
      <pc:sldChg chg="addSp delSp modSp add mod modShow chgLayout modNotesTx">
        <pc:chgData name="Jens Du Four" userId="1ca15b9c-b412-4586-9d52-b6f7e0798091" providerId="ADAL" clId="{D8C868FC-196F-4804-AE6D-8D3D36B1E350}" dt="2025-06-18T11:17:35.929" v="4041" actId="729"/>
        <pc:sldMkLst>
          <pc:docMk/>
          <pc:sldMk cId="3001059871" sldId="364"/>
        </pc:sldMkLst>
        <pc:spChg chg="mod ord">
          <ac:chgData name="Jens Du Four" userId="1ca15b9c-b412-4586-9d52-b6f7e0798091" providerId="ADAL" clId="{D8C868FC-196F-4804-AE6D-8D3D36B1E350}" dt="2025-06-14T20:32:49.170" v="3769" actId="20577"/>
          <ac:spMkLst>
            <pc:docMk/>
            <pc:sldMk cId="3001059871" sldId="364"/>
            <ac:spMk id="2" creationId="{D5E28428-5336-3F29-17D2-911A195479BB}"/>
          </ac:spMkLst>
        </pc:spChg>
        <pc:spChg chg="mod ord">
          <ac:chgData name="Jens Du Four" userId="1ca15b9c-b412-4586-9d52-b6f7e0798091" providerId="ADAL" clId="{D8C868FC-196F-4804-AE6D-8D3D36B1E350}" dt="2025-06-14T20:31:51.010" v="3693" actId="700"/>
          <ac:spMkLst>
            <pc:docMk/>
            <pc:sldMk cId="3001059871" sldId="364"/>
            <ac:spMk id="4" creationId="{6E7F6E55-5AC1-B18B-9A87-A13254C31497}"/>
          </ac:spMkLst>
        </pc:spChg>
        <pc:picChg chg="add mod ord">
          <ac:chgData name="Jens Du Four" userId="1ca15b9c-b412-4586-9d52-b6f7e0798091" providerId="ADAL" clId="{D8C868FC-196F-4804-AE6D-8D3D36B1E350}" dt="2025-06-14T20:31:51.010" v="3693" actId="700"/>
          <ac:picMkLst>
            <pc:docMk/>
            <pc:sldMk cId="3001059871" sldId="364"/>
            <ac:picMk id="6" creationId="{5CBED2DB-9250-D574-3067-7AA5AAA37672}"/>
          </ac:picMkLst>
        </pc:picChg>
      </pc:sldChg>
      <pc:sldChg chg="addSp delSp modSp new del mod">
        <pc:chgData name="Jens Du Four" userId="1ca15b9c-b412-4586-9d52-b6f7e0798091" providerId="ADAL" clId="{D8C868FC-196F-4804-AE6D-8D3D36B1E350}" dt="2025-06-14T18:11:06.420" v="3355" actId="47"/>
        <pc:sldMkLst>
          <pc:docMk/>
          <pc:sldMk cId="3676051433" sldId="364"/>
        </pc:sldMkLst>
      </pc:sldChg>
      <pc:sldChg chg="addSp delSp modSp add mod modShow modNotesTx">
        <pc:chgData name="Jens Du Four" userId="1ca15b9c-b412-4586-9d52-b6f7e0798091" providerId="ADAL" clId="{D8C868FC-196F-4804-AE6D-8D3D36B1E350}" dt="2025-06-18T11:17:35.929" v="4041" actId="729"/>
        <pc:sldMkLst>
          <pc:docMk/>
          <pc:sldMk cId="2387473098" sldId="365"/>
        </pc:sldMkLst>
        <pc:spChg chg="mod">
          <ac:chgData name="Jens Du Four" userId="1ca15b9c-b412-4586-9d52-b6f7e0798091" providerId="ADAL" clId="{D8C868FC-196F-4804-AE6D-8D3D36B1E350}" dt="2025-06-14T20:32:41.020" v="3748" actId="20577"/>
          <ac:spMkLst>
            <pc:docMk/>
            <pc:sldMk cId="2387473098" sldId="365"/>
            <ac:spMk id="2" creationId="{8631F54F-5325-291F-077C-650B2ACBE8DB}"/>
          </ac:spMkLst>
        </pc:spChg>
        <pc:spChg chg="add del mod">
          <ac:chgData name="Jens Du Four" userId="1ca15b9c-b412-4586-9d52-b6f7e0798091" providerId="ADAL" clId="{D8C868FC-196F-4804-AE6D-8D3D36B1E350}" dt="2025-06-14T20:31:21.629" v="3688" actId="20577"/>
          <ac:spMkLst>
            <pc:docMk/>
            <pc:sldMk cId="2387473098" sldId="365"/>
            <ac:spMk id="3" creationId="{F5A4BD88-602D-A066-CBE7-F4FA130DDD3D}"/>
          </ac:spMkLst>
        </pc:spChg>
        <pc:picChg chg="add mod">
          <ac:chgData name="Jens Du Four" userId="1ca15b9c-b412-4586-9d52-b6f7e0798091" providerId="ADAL" clId="{D8C868FC-196F-4804-AE6D-8D3D36B1E350}" dt="2025-06-14T20:31:35.180" v="3692" actId="12789"/>
          <ac:picMkLst>
            <pc:docMk/>
            <pc:sldMk cId="2387473098" sldId="365"/>
            <ac:picMk id="8" creationId="{FFE795A5-5CA7-B1A6-57B9-0ECC3DD71445}"/>
          </ac:picMkLst>
        </pc:picChg>
      </pc:sldChg>
      <pc:sldChg chg="addSp delSp modSp new del mod">
        <pc:chgData name="Jens Du Four" userId="1ca15b9c-b412-4586-9d52-b6f7e0798091" providerId="ADAL" clId="{D8C868FC-196F-4804-AE6D-8D3D36B1E350}" dt="2025-06-14T18:11:09.427" v="3356" actId="47"/>
        <pc:sldMkLst>
          <pc:docMk/>
          <pc:sldMk cId="3020073649" sldId="365"/>
        </pc:sldMkLst>
      </pc:sldChg>
      <pc:sldChg chg="addSp delSp modSp add mod modShow">
        <pc:chgData name="Jens Du Four" userId="1ca15b9c-b412-4586-9d52-b6f7e0798091" providerId="ADAL" clId="{D8C868FC-196F-4804-AE6D-8D3D36B1E350}" dt="2025-06-18T11:17:35.929" v="4041" actId="729"/>
        <pc:sldMkLst>
          <pc:docMk/>
          <pc:sldMk cId="3583955863" sldId="366"/>
        </pc:sldMkLst>
        <pc:spChg chg="mod">
          <ac:chgData name="Jens Du Four" userId="1ca15b9c-b412-4586-9d52-b6f7e0798091" providerId="ADAL" clId="{D8C868FC-196F-4804-AE6D-8D3D36B1E350}" dt="2025-06-14T20:35:22.275" v="3806" actId="26606"/>
          <ac:spMkLst>
            <pc:docMk/>
            <pc:sldMk cId="3583955863" sldId="366"/>
            <ac:spMk id="2" creationId="{EFFFE340-627B-FAF2-4AA0-5CBEFA04B013}"/>
          </ac:spMkLst>
        </pc:spChg>
        <pc:spChg chg="mod ord">
          <ac:chgData name="Jens Du Four" userId="1ca15b9c-b412-4586-9d52-b6f7e0798091" providerId="ADAL" clId="{D8C868FC-196F-4804-AE6D-8D3D36B1E350}" dt="2025-06-14T20:35:22.275" v="3806" actId="26606"/>
          <ac:spMkLst>
            <pc:docMk/>
            <pc:sldMk cId="3583955863" sldId="366"/>
            <ac:spMk id="4" creationId="{84FD04B8-3575-C56E-F689-50B01ACF0868}"/>
          </ac:spMkLst>
        </pc:spChg>
        <pc:picChg chg="add mod">
          <ac:chgData name="Jens Du Four" userId="1ca15b9c-b412-4586-9d52-b6f7e0798091" providerId="ADAL" clId="{D8C868FC-196F-4804-AE6D-8D3D36B1E350}" dt="2025-06-14T20:35:22.275" v="3806" actId="26606"/>
          <ac:picMkLst>
            <pc:docMk/>
            <pc:sldMk cId="3583955863" sldId="366"/>
            <ac:picMk id="6" creationId="{DD860549-27EB-351B-FA26-086893E8E65B}"/>
          </ac:picMkLst>
        </pc:picChg>
      </pc:sldChg>
      <pc:sldChg chg="new del">
        <pc:chgData name="Jens Du Four" userId="1ca15b9c-b412-4586-9d52-b6f7e0798091" providerId="ADAL" clId="{D8C868FC-196F-4804-AE6D-8D3D36B1E350}" dt="2025-06-14T18:11:12.286" v="3357" actId="47"/>
        <pc:sldMkLst>
          <pc:docMk/>
          <pc:sldMk cId="4255854126" sldId="366"/>
        </pc:sldMkLst>
      </pc:sldChg>
      <pc:sldChg chg="addSp delSp modSp add mod modShow">
        <pc:chgData name="Jens Du Four" userId="1ca15b9c-b412-4586-9d52-b6f7e0798091" providerId="ADAL" clId="{D8C868FC-196F-4804-AE6D-8D3D36B1E350}" dt="2025-06-18T11:17:35.929" v="4041" actId="729"/>
        <pc:sldMkLst>
          <pc:docMk/>
          <pc:sldMk cId="324783237" sldId="367"/>
        </pc:sldMkLst>
        <pc:spChg chg="ord">
          <ac:chgData name="Jens Du Four" userId="1ca15b9c-b412-4586-9d52-b6f7e0798091" providerId="ADAL" clId="{D8C868FC-196F-4804-AE6D-8D3D36B1E350}" dt="2025-06-14T20:36:09.598" v="3816" actId="26606"/>
          <ac:spMkLst>
            <pc:docMk/>
            <pc:sldMk cId="324783237" sldId="367"/>
            <ac:spMk id="4" creationId="{5B90CD1F-4F7C-C303-CCB4-6C4CF91F2638}"/>
          </ac:spMkLst>
        </pc:spChg>
        <pc:picChg chg="add mod">
          <ac:chgData name="Jens Du Four" userId="1ca15b9c-b412-4586-9d52-b6f7e0798091" providerId="ADAL" clId="{D8C868FC-196F-4804-AE6D-8D3D36B1E350}" dt="2025-06-14T20:36:09.598" v="3816" actId="26606"/>
          <ac:picMkLst>
            <pc:docMk/>
            <pc:sldMk cId="324783237" sldId="367"/>
            <ac:picMk id="5" creationId="{29065B2C-F7B7-75C2-3041-F7247234C495}"/>
          </ac:picMkLst>
        </pc:picChg>
      </pc:sldChg>
      <pc:sldChg chg="add mod modShow">
        <pc:chgData name="Jens Du Four" userId="1ca15b9c-b412-4586-9d52-b6f7e0798091" providerId="ADAL" clId="{D8C868FC-196F-4804-AE6D-8D3D36B1E350}" dt="2025-06-18T11:17:35.929" v="4041" actId="729"/>
        <pc:sldMkLst>
          <pc:docMk/>
          <pc:sldMk cId="377835408" sldId="368"/>
        </pc:sldMkLst>
      </pc:sldChg>
      <pc:sldChg chg="add del setBg">
        <pc:chgData name="Jens Du Four" userId="1ca15b9c-b412-4586-9d52-b6f7e0798091" providerId="ADAL" clId="{D8C868FC-196F-4804-AE6D-8D3D36B1E350}" dt="2025-06-14T20:36:43.934" v="3821"/>
        <pc:sldMkLst>
          <pc:docMk/>
          <pc:sldMk cId="2853608594" sldId="369"/>
        </pc:sldMkLst>
      </pc:sldChg>
      <pc:sldChg chg="add mod modShow">
        <pc:chgData name="Jens Du Four" userId="1ca15b9c-b412-4586-9d52-b6f7e0798091" providerId="ADAL" clId="{D8C868FC-196F-4804-AE6D-8D3D36B1E350}" dt="2025-06-18T11:17:35.929" v="4041" actId="729"/>
        <pc:sldMkLst>
          <pc:docMk/>
          <pc:sldMk cId="3665679360" sldId="369"/>
        </pc:sldMkLst>
      </pc:sldChg>
      <pc:sldChg chg="addSp delSp modSp new mod modShow">
        <pc:chgData name="Jens Du Four" userId="1ca15b9c-b412-4586-9d52-b6f7e0798091" providerId="ADAL" clId="{D8C868FC-196F-4804-AE6D-8D3D36B1E350}" dt="2025-06-18T11:17:35.929" v="4041" actId="729"/>
        <pc:sldMkLst>
          <pc:docMk/>
          <pc:sldMk cId="2152180478" sldId="370"/>
        </pc:sldMkLst>
        <pc:spChg chg="mod">
          <ac:chgData name="Jens Du Four" userId="1ca15b9c-b412-4586-9d52-b6f7e0798091" providerId="ADAL" clId="{D8C868FC-196F-4804-AE6D-8D3D36B1E350}" dt="2025-06-15T07:43:42.751" v="3862" actId="5793"/>
          <ac:spMkLst>
            <pc:docMk/>
            <pc:sldMk cId="2152180478" sldId="370"/>
            <ac:spMk id="2" creationId="{431834D9-AF15-101F-4A8D-BFA7E3C947A4}"/>
          </ac:spMkLst>
        </pc:spChg>
        <pc:picChg chg="add mod">
          <ac:chgData name="Jens Du Four" userId="1ca15b9c-b412-4586-9d52-b6f7e0798091" providerId="ADAL" clId="{D8C868FC-196F-4804-AE6D-8D3D36B1E350}" dt="2025-06-15T07:44:03.993" v="3865" actId="962"/>
          <ac:picMkLst>
            <pc:docMk/>
            <pc:sldMk cId="2152180478" sldId="370"/>
            <ac:picMk id="6" creationId="{8F67E6E4-7A80-BCE4-BD71-E8E91A43A0BF}"/>
          </ac:picMkLst>
        </pc:picChg>
      </pc:sldChg>
      <pc:sldChg chg="addSp delSp modSp new mod modClrScheme modShow chgLayout">
        <pc:chgData name="Jens Du Four" userId="1ca15b9c-b412-4586-9d52-b6f7e0798091" providerId="ADAL" clId="{D8C868FC-196F-4804-AE6D-8D3D36B1E350}" dt="2025-06-18T11:17:35.929" v="4041" actId="729"/>
        <pc:sldMkLst>
          <pc:docMk/>
          <pc:sldMk cId="2996970977" sldId="371"/>
        </pc:sldMkLst>
        <pc:spChg chg="mod">
          <ac:chgData name="Jens Du Four" userId="1ca15b9c-b412-4586-9d52-b6f7e0798091" providerId="ADAL" clId="{D8C868FC-196F-4804-AE6D-8D3D36B1E350}" dt="2025-06-15T07:44:59.734" v="4035" actId="26606"/>
          <ac:spMkLst>
            <pc:docMk/>
            <pc:sldMk cId="2996970977" sldId="371"/>
            <ac:spMk id="2" creationId="{D5FF2A60-5C68-FDFC-C2D9-EAF41FA4BEAB}"/>
          </ac:spMkLst>
        </pc:spChg>
        <pc:spChg chg="mod">
          <ac:chgData name="Jens Du Four" userId="1ca15b9c-b412-4586-9d52-b6f7e0798091" providerId="ADAL" clId="{D8C868FC-196F-4804-AE6D-8D3D36B1E350}" dt="2025-06-15T07:44:59.734" v="4035" actId="26606"/>
          <ac:spMkLst>
            <pc:docMk/>
            <pc:sldMk cId="2996970977" sldId="371"/>
            <ac:spMk id="4" creationId="{74D298ED-A5ED-AE4A-62AB-B6141BF8F864}"/>
          </ac:spMkLst>
        </pc:spChg>
        <pc:graphicFrameChg chg="add mod modGraphic">
          <ac:chgData name="Jens Du Four" userId="1ca15b9c-b412-4586-9d52-b6f7e0798091" providerId="ADAL" clId="{D8C868FC-196F-4804-AE6D-8D3D36B1E350}" dt="2025-06-15T07:44:59.734" v="4035" actId="26606"/>
          <ac:graphicFrameMkLst>
            <pc:docMk/>
            <pc:sldMk cId="2996970977" sldId="371"/>
            <ac:graphicFrameMk id="6" creationId="{11C6F702-49AF-B56D-3731-52A65D422C6A}"/>
          </ac:graphicFrameMkLst>
        </pc:graphicFrameChg>
      </pc:sldChg>
      <pc:sldChg chg="mod modShow">
        <pc:chgData name="Jens Du Four" userId="1ca15b9c-b412-4586-9d52-b6f7e0798091" providerId="ADAL" clId="{D8C868FC-196F-4804-AE6D-8D3D36B1E350}" dt="2025-06-18T11:17:35.929" v="4041" actId="729"/>
        <pc:sldMkLst>
          <pc:docMk/>
          <pc:sldMk cId="3960609836" sldId="372"/>
        </pc:sldMkLst>
      </pc:sldChg>
      <pc:sldChg chg="add del">
        <pc:chgData name="Jens Du Four" userId="1ca15b9c-b412-4586-9d52-b6f7e0798091" providerId="ADAL" clId="{D8C868FC-196F-4804-AE6D-8D3D36B1E350}" dt="2025-06-11T07:15:34.604" v="2260"/>
        <pc:sldMkLst>
          <pc:docMk/>
          <pc:sldMk cId="3651558192" sldId="384"/>
        </pc:sldMkLst>
      </pc:sldChg>
      <pc:sldChg chg="add del">
        <pc:chgData name="Jens Du Four" userId="1ca15b9c-b412-4586-9d52-b6f7e0798091" providerId="ADAL" clId="{D8C868FC-196F-4804-AE6D-8D3D36B1E350}" dt="2025-06-11T07:15:34.604" v="2260"/>
        <pc:sldMkLst>
          <pc:docMk/>
          <pc:sldMk cId="2580503605" sldId="387"/>
        </pc:sldMkLst>
      </pc:sldChg>
      <pc:sldChg chg="add del">
        <pc:chgData name="Jens Du Four" userId="1ca15b9c-b412-4586-9d52-b6f7e0798091" providerId="ADAL" clId="{D8C868FC-196F-4804-AE6D-8D3D36B1E350}" dt="2025-06-11T07:15:34.604" v="2260"/>
        <pc:sldMkLst>
          <pc:docMk/>
          <pc:sldMk cId="2257146597" sldId="388"/>
        </pc:sldMkLst>
      </pc:sldChg>
      <pc:sldChg chg="add del">
        <pc:chgData name="Jens Du Four" userId="1ca15b9c-b412-4586-9d52-b6f7e0798091" providerId="ADAL" clId="{D8C868FC-196F-4804-AE6D-8D3D36B1E350}" dt="2025-06-11T07:15:34.604" v="2260"/>
        <pc:sldMkLst>
          <pc:docMk/>
          <pc:sldMk cId="1029392061" sldId="414"/>
        </pc:sldMkLst>
      </pc:sldChg>
      <pc:sldChg chg="add del">
        <pc:chgData name="Jens Du Four" userId="1ca15b9c-b412-4586-9d52-b6f7e0798091" providerId="ADAL" clId="{D8C868FC-196F-4804-AE6D-8D3D36B1E350}" dt="2025-06-11T07:15:34.604" v="2260"/>
        <pc:sldMkLst>
          <pc:docMk/>
          <pc:sldMk cId="2197342769" sldId="415"/>
        </pc:sldMkLst>
      </pc:sldChg>
      <pc:sldChg chg="add del">
        <pc:chgData name="Jens Du Four" userId="1ca15b9c-b412-4586-9d52-b6f7e0798091" providerId="ADAL" clId="{D8C868FC-196F-4804-AE6D-8D3D36B1E350}" dt="2025-06-11T07:15:34.604" v="2260"/>
        <pc:sldMkLst>
          <pc:docMk/>
          <pc:sldMk cId="3256530894" sldId="416"/>
        </pc:sldMkLst>
      </pc:sldChg>
      <pc:sldChg chg="add del">
        <pc:chgData name="Jens Du Four" userId="1ca15b9c-b412-4586-9d52-b6f7e0798091" providerId="ADAL" clId="{D8C868FC-196F-4804-AE6D-8D3D36B1E350}" dt="2025-06-11T07:15:34.604" v="2260"/>
        <pc:sldMkLst>
          <pc:docMk/>
          <pc:sldMk cId="331691973" sldId="417"/>
        </pc:sldMkLst>
      </pc:sldChg>
      <pc:sldChg chg="add del">
        <pc:chgData name="Jens Du Four" userId="1ca15b9c-b412-4586-9d52-b6f7e0798091" providerId="ADAL" clId="{D8C868FC-196F-4804-AE6D-8D3D36B1E350}" dt="2025-06-11T07:15:34.604" v="2260"/>
        <pc:sldMkLst>
          <pc:docMk/>
          <pc:sldMk cId="2532705691" sldId="418"/>
        </pc:sldMkLst>
      </pc:sldChg>
      <pc:sldChg chg="add del">
        <pc:chgData name="Jens Du Four" userId="1ca15b9c-b412-4586-9d52-b6f7e0798091" providerId="ADAL" clId="{D8C868FC-196F-4804-AE6D-8D3D36B1E350}" dt="2025-06-11T07:15:34.604" v="2260"/>
        <pc:sldMkLst>
          <pc:docMk/>
          <pc:sldMk cId="729550530" sldId="419"/>
        </pc:sldMkLst>
      </pc:sldChg>
      <pc:sldChg chg="add del">
        <pc:chgData name="Jens Du Four" userId="1ca15b9c-b412-4586-9d52-b6f7e0798091" providerId="ADAL" clId="{D8C868FC-196F-4804-AE6D-8D3D36B1E350}" dt="2025-06-11T07:15:34.604" v="2260"/>
        <pc:sldMkLst>
          <pc:docMk/>
          <pc:sldMk cId="642034617" sldId="420"/>
        </pc:sldMkLst>
      </pc:sldChg>
      <pc:sldChg chg="add del">
        <pc:chgData name="Jens Du Four" userId="1ca15b9c-b412-4586-9d52-b6f7e0798091" providerId="ADAL" clId="{D8C868FC-196F-4804-AE6D-8D3D36B1E350}" dt="2025-06-11T07:15:34.604" v="2260"/>
        <pc:sldMkLst>
          <pc:docMk/>
          <pc:sldMk cId="1231421270" sldId="421"/>
        </pc:sldMkLst>
      </pc:sldChg>
      <pc:sldChg chg="add del">
        <pc:chgData name="Jens Du Four" userId="1ca15b9c-b412-4586-9d52-b6f7e0798091" providerId="ADAL" clId="{D8C868FC-196F-4804-AE6D-8D3D36B1E350}" dt="2025-06-11T07:15:34.604" v="2260"/>
        <pc:sldMkLst>
          <pc:docMk/>
          <pc:sldMk cId="693803923" sldId="422"/>
        </pc:sldMkLst>
      </pc:sldChg>
      <pc:sldChg chg="add del">
        <pc:chgData name="Jens Du Four" userId="1ca15b9c-b412-4586-9d52-b6f7e0798091" providerId="ADAL" clId="{D8C868FC-196F-4804-AE6D-8D3D36B1E350}" dt="2025-06-11T07:15:34.604" v="2260"/>
        <pc:sldMkLst>
          <pc:docMk/>
          <pc:sldMk cId="1045344129" sldId="423"/>
        </pc:sldMkLst>
      </pc:sldChg>
      <pc:sldChg chg="add del">
        <pc:chgData name="Jens Du Four" userId="1ca15b9c-b412-4586-9d52-b6f7e0798091" providerId="ADAL" clId="{D8C868FC-196F-4804-AE6D-8D3D36B1E350}" dt="2025-06-11T07:15:34.604" v="2260"/>
        <pc:sldMkLst>
          <pc:docMk/>
          <pc:sldMk cId="1591986947" sldId="424"/>
        </pc:sldMkLst>
      </pc:sldChg>
      <pc:sldChg chg="addSp delSp add del setBg delDesignElem">
        <pc:chgData name="Jens Du Four" userId="1ca15b9c-b412-4586-9d52-b6f7e0798091" providerId="ADAL" clId="{D8C868FC-196F-4804-AE6D-8D3D36B1E350}" dt="2025-06-11T07:15:34.604" v="2260"/>
        <pc:sldMkLst>
          <pc:docMk/>
          <pc:sldMk cId="4169799270" sldId="425"/>
        </pc:sldMkLst>
      </pc:sldChg>
      <pc:sldChg chg="add del">
        <pc:chgData name="Jens Du Four" userId="1ca15b9c-b412-4586-9d52-b6f7e0798091" providerId="ADAL" clId="{D8C868FC-196F-4804-AE6D-8D3D36B1E350}" dt="2025-06-11T07:15:34.604" v="2260"/>
        <pc:sldMkLst>
          <pc:docMk/>
          <pc:sldMk cId="1491462261" sldId="426"/>
        </pc:sldMkLst>
      </pc:sldChg>
      <pc:sldChg chg="add del">
        <pc:chgData name="Jens Du Four" userId="1ca15b9c-b412-4586-9d52-b6f7e0798091" providerId="ADAL" clId="{D8C868FC-196F-4804-AE6D-8D3D36B1E350}" dt="2025-06-11T07:15:34.604" v="2260"/>
        <pc:sldMkLst>
          <pc:docMk/>
          <pc:sldMk cId="3050959813" sldId="427"/>
        </pc:sldMkLst>
      </pc:sldChg>
      <pc:sldChg chg="add del">
        <pc:chgData name="Jens Du Four" userId="1ca15b9c-b412-4586-9d52-b6f7e0798091" providerId="ADAL" clId="{D8C868FC-196F-4804-AE6D-8D3D36B1E350}" dt="2025-06-11T07:15:34.604" v="2260"/>
        <pc:sldMkLst>
          <pc:docMk/>
          <pc:sldMk cId="4188523931" sldId="429"/>
        </pc:sldMkLst>
      </pc:sldChg>
      <pc:sldChg chg="add del">
        <pc:chgData name="Jens Du Four" userId="1ca15b9c-b412-4586-9d52-b6f7e0798091" providerId="ADAL" clId="{D8C868FC-196F-4804-AE6D-8D3D36B1E350}" dt="2025-06-11T07:15:34.604" v="2260"/>
        <pc:sldMkLst>
          <pc:docMk/>
          <pc:sldMk cId="2114199544" sldId="430"/>
        </pc:sldMkLst>
      </pc:sldChg>
      <pc:sldChg chg="add del">
        <pc:chgData name="Jens Du Four" userId="1ca15b9c-b412-4586-9d52-b6f7e0798091" providerId="ADAL" clId="{D8C868FC-196F-4804-AE6D-8D3D36B1E350}" dt="2025-06-11T07:15:34.604" v="2260"/>
        <pc:sldMkLst>
          <pc:docMk/>
          <pc:sldMk cId="1075324553" sldId="431"/>
        </pc:sldMkLst>
      </pc:sldChg>
      <pc:sldChg chg="add del">
        <pc:chgData name="Jens Du Four" userId="1ca15b9c-b412-4586-9d52-b6f7e0798091" providerId="ADAL" clId="{D8C868FC-196F-4804-AE6D-8D3D36B1E350}" dt="2025-06-11T07:15:34.604" v="2260"/>
        <pc:sldMkLst>
          <pc:docMk/>
          <pc:sldMk cId="3762740531" sldId="432"/>
        </pc:sldMkLst>
      </pc:sldChg>
      <pc:sldChg chg="add del">
        <pc:chgData name="Jens Du Four" userId="1ca15b9c-b412-4586-9d52-b6f7e0798091" providerId="ADAL" clId="{D8C868FC-196F-4804-AE6D-8D3D36B1E350}" dt="2025-06-11T07:15:34.604" v="2260"/>
        <pc:sldMkLst>
          <pc:docMk/>
          <pc:sldMk cId="3636021359" sldId="438"/>
        </pc:sldMkLst>
      </pc:sldChg>
      <pc:sldChg chg="add del">
        <pc:chgData name="Jens Du Four" userId="1ca15b9c-b412-4586-9d52-b6f7e0798091" providerId="ADAL" clId="{D8C868FC-196F-4804-AE6D-8D3D36B1E350}" dt="2025-06-11T07:15:34.604" v="2260"/>
        <pc:sldMkLst>
          <pc:docMk/>
          <pc:sldMk cId="1725415648" sldId="439"/>
        </pc:sldMkLst>
      </pc:sldChg>
      <pc:sldChg chg="add del">
        <pc:chgData name="Jens Du Four" userId="1ca15b9c-b412-4586-9d52-b6f7e0798091" providerId="ADAL" clId="{D8C868FC-196F-4804-AE6D-8D3D36B1E350}" dt="2025-06-11T07:15:34.604" v="2260"/>
        <pc:sldMkLst>
          <pc:docMk/>
          <pc:sldMk cId="3124482958" sldId="440"/>
        </pc:sldMkLst>
      </pc:sldChg>
      <pc:sldChg chg="add del">
        <pc:chgData name="Jens Du Four" userId="1ca15b9c-b412-4586-9d52-b6f7e0798091" providerId="ADAL" clId="{D8C868FC-196F-4804-AE6D-8D3D36B1E350}" dt="2025-06-11T07:15:34.604" v="2260"/>
        <pc:sldMkLst>
          <pc:docMk/>
          <pc:sldMk cId="1529764481" sldId="445"/>
        </pc:sldMkLst>
      </pc:sldChg>
      <pc:sldChg chg="add del">
        <pc:chgData name="Jens Du Four" userId="1ca15b9c-b412-4586-9d52-b6f7e0798091" providerId="ADAL" clId="{D8C868FC-196F-4804-AE6D-8D3D36B1E350}" dt="2025-06-11T07:15:34.604" v="2260"/>
        <pc:sldMkLst>
          <pc:docMk/>
          <pc:sldMk cId="1899371259" sldId="446"/>
        </pc:sldMkLst>
      </pc:sldChg>
      <pc:sldChg chg="addSp delSp add del setBg delDesignElem">
        <pc:chgData name="Jens Du Four" userId="1ca15b9c-b412-4586-9d52-b6f7e0798091" providerId="ADAL" clId="{D8C868FC-196F-4804-AE6D-8D3D36B1E350}" dt="2025-06-11T07:15:34.604" v="2260"/>
        <pc:sldMkLst>
          <pc:docMk/>
          <pc:sldMk cId="1121063468" sldId="448"/>
        </pc:sldMkLst>
      </pc:sldChg>
    </pc:docChg>
  </pc:docChgLst>
  <pc:docChgLst>
    <pc:chgData name="Jens Du Four" userId="1ca15b9c-b412-4586-9d52-b6f7e0798091" providerId="ADAL" clId="{38F95E3A-3D12-4C4D-9967-7BF771AE0752}"/>
    <pc:docChg chg="undo custSel addSld delSld modSld sldOrd addSection modSection">
      <pc:chgData name="Jens Du Four" userId="1ca15b9c-b412-4586-9d52-b6f7e0798091" providerId="ADAL" clId="{38F95E3A-3D12-4C4D-9967-7BF771AE0752}" dt="2025-06-14T10:50:01.204" v="935" actId="26606"/>
      <pc:docMkLst>
        <pc:docMk/>
      </pc:docMkLst>
      <pc:sldChg chg="addSp delSp modSp add del mod">
        <pc:chgData name="Jens Du Four" userId="1ca15b9c-b412-4586-9d52-b6f7e0798091" providerId="ADAL" clId="{38F95E3A-3D12-4C4D-9967-7BF771AE0752}" dt="2025-06-14T07:10:39.193" v="467" actId="22"/>
        <pc:sldMkLst>
          <pc:docMk/>
          <pc:sldMk cId="1512129194" sldId="323"/>
        </pc:sldMkLst>
        <pc:spChg chg="mod">
          <ac:chgData name="Jens Du Four" userId="1ca15b9c-b412-4586-9d52-b6f7e0798091" providerId="ADAL" clId="{38F95E3A-3D12-4C4D-9967-7BF771AE0752}" dt="2025-06-14T07:10:38.315" v="466" actId="26606"/>
          <ac:spMkLst>
            <pc:docMk/>
            <pc:sldMk cId="1512129194" sldId="323"/>
            <ac:spMk id="2" creationId="{14364836-76F3-7E30-6BE0-6C595DAF1AE3}"/>
          </ac:spMkLst>
        </pc:spChg>
        <pc:spChg chg="mod ord">
          <ac:chgData name="Jens Du Four" userId="1ca15b9c-b412-4586-9d52-b6f7e0798091" providerId="ADAL" clId="{38F95E3A-3D12-4C4D-9967-7BF771AE0752}" dt="2025-06-14T07:10:38.315" v="466" actId="26606"/>
          <ac:spMkLst>
            <pc:docMk/>
            <pc:sldMk cId="1512129194" sldId="323"/>
            <ac:spMk id="4" creationId="{D52433A7-C2D0-0F6F-A0C6-F43357FD27BB}"/>
          </ac:spMkLst>
        </pc:spChg>
      </pc:sldChg>
      <pc:sldChg chg="modSp del mod">
        <pc:chgData name="Jens Du Four" userId="1ca15b9c-b412-4586-9d52-b6f7e0798091" providerId="ADAL" clId="{38F95E3A-3D12-4C4D-9967-7BF771AE0752}" dt="2025-06-13T09:48:53.611" v="1" actId="47"/>
        <pc:sldMkLst>
          <pc:docMk/>
          <pc:sldMk cId="2042359793" sldId="325"/>
        </pc:sldMkLst>
      </pc:sldChg>
      <pc:sldChg chg="modSp mod">
        <pc:chgData name="Jens Du Four" userId="1ca15b9c-b412-4586-9d52-b6f7e0798091" providerId="ADAL" clId="{38F95E3A-3D12-4C4D-9967-7BF771AE0752}" dt="2025-06-13T09:49:04.373" v="9" actId="20577"/>
        <pc:sldMkLst>
          <pc:docMk/>
          <pc:sldMk cId="654628111" sldId="327"/>
        </pc:sldMkLst>
        <pc:spChg chg="mod">
          <ac:chgData name="Jens Du Four" userId="1ca15b9c-b412-4586-9d52-b6f7e0798091" providerId="ADAL" clId="{38F95E3A-3D12-4C4D-9967-7BF771AE0752}" dt="2025-06-13T09:49:04.373" v="9" actId="20577"/>
          <ac:spMkLst>
            <pc:docMk/>
            <pc:sldMk cId="654628111" sldId="327"/>
            <ac:spMk id="3" creationId="{37244A88-0328-9C8F-57E6-59F9AEAA7058}"/>
          </ac:spMkLst>
        </pc:spChg>
      </pc:sldChg>
      <pc:sldChg chg="modSp mod">
        <pc:chgData name="Jens Du Four" userId="1ca15b9c-b412-4586-9d52-b6f7e0798091" providerId="ADAL" clId="{38F95E3A-3D12-4C4D-9967-7BF771AE0752}" dt="2025-06-13T09:48:59.723" v="7" actId="20577"/>
        <pc:sldMkLst>
          <pc:docMk/>
          <pc:sldMk cId="578911928" sldId="328"/>
        </pc:sldMkLst>
        <pc:spChg chg="mod">
          <ac:chgData name="Jens Du Four" userId="1ca15b9c-b412-4586-9d52-b6f7e0798091" providerId="ADAL" clId="{38F95E3A-3D12-4C4D-9967-7BF771AE0752}" dt="2025-06-13T09:48:59.723" v="7" actId="20577"/>
          <ac:spMkLst>
            <pc:docMk/>
            <pc:sldMk cId="578911928" sldId="328"/>
            <ac:spMk id="9" creationId="{12795090-F73F-CD87-9FA4-EBCB39F46A54}"/>
          </ac:spMkLst>
        </pc:spChg>
      </pc:sldChg>
      <pc:sldChg chg="addSp delSp modSp mod modClrScheme chgLayout modNotesTx">
        <pc:chgData name="Jens Du Four" userId="1ca15b9c-b412-4586-9d52-b6f7e0798091" providerId="ADAL" clId="{38F95E3A-3D12-4C4D-9967-7BF771AE0752}" dt="2025-06-14T06:38:49.550" v="132" actId="26606"/>
        <pc:sldMkLst>
          <pc:docMk/>
          <pc:sldMk cId="975456689" sldId="329"/>
        </pc:sldMkLst>
        <pc:spChg chg="mod">
          <ac:chgData name="Jens Du Four" userId="1ca15b9c-b412-4586-9d52-b6f7e0798091" providerId="ADAL" clId="{38F95E3A-3D12-4C4D-9967-7BF771AE0752}" dt="2025-06-14T06:38:17.330" v="46" actId="26606"/>
          <ac:spMkLst>
            <pc:docMk/>
            <pc:sldMk cId="975456689" sldId="329"/>
            <ac:spMk id="2" creationId="{37E5B7E6-9F3B-7BAA-BED4-B79A00F1FEA0}"/>
          </ac:spMkLst>
        </pc:spChg>
        <pc:spChg chg="mod">
          <ac:chgData name="Jens Du Four" userId="1ca15b9c-b412-4586-9d52-b6f7e0798091" providerId="ADAL" clId="{38F95E3A-3D12-4C4D-9967-7BF771AE0752}" dt="2025-06-14T06:38:17.330" v="46" actId="26606"/>
          <ac:spMkLst>
            <pc:docMk/>
            <pc:sldMk cId="975456689" sldId="329"/>
            <ac:spMk id="3" creationId="{1068B52B-463C-CC25-BF2B-9DB7FF41A6AA}"/>
          </ac:spMkLst>
        </pc:spChg>
        <pc:graphicFrameChg chg="add mod modGraphic">
          <ac:chgData name="Jens Du Four" userId="1ca15b9c-b412-4586-9d52-b6f7e0798091" providerId="ADAL" clId="{38F95E3A-3D12-4C4D-9967-7BF771AE0752}" dt="2025-06-14T06:38:49.550" v="132" actId="26606"/>
          <ac:graphicFrameMkLst>
            <pc:docMk/>
            <pc:sldMk cId="975456689" sldId="329"/>
            <ac:graphicFrameMk id="2057" creationId="{E20546CD-95BD-DFCC-6542-1F39D814B088}"/>
          </ac:graphicFrameMkLst>
        </pc:graphicFrameChg>
      </pc:sldChg>
      <pc:sldChg chg="addSp delSp modSp mod modClrScheme chgLayout modNotesTx">
        <pc:chgData name="Jens Du Four" userId="1ca15b9c-b412-4586-9d52-b6f7e0798091" providerId="ADAL" clId="{38F95E3A-3D12-4C4D-9967-7BF771AE0752}" dt="2025-06-14T06:39:34.942" v="143" actId="20577"/>
        <pc:sldMkLst>
          <pc:docMk/>
          <pc:sldMk cId="3917503561" sldId="330"/>
        </pc:sldMkLst>
        <pc:spChg chg="mod">
          <ac:chgData name="Jens Du Four" userId="1ca15b9c-b412-4586-9d52-b6f7e0798091" providerId="ADAL" clId="{38F95E3A-3D12-4C4D-9967-7BF771AE0752}" dt="2025-06-14T06:37:18.075" v="40" actId="26606"/>
          <ac:spMkLst>
            <pc:docMk/>
            <pc:sldMk cId="3917503561" sldId="330"/>
            <ac:spMk id="2" creationId="{A3710E29-C4F6-F237-7318-B7F0050A5A35}"/>
          </ac:spMkLst>
        </pc:spChg>
        <pc:spChg chg="mod">
          <ac:chgData name="Jens Du Four" userId="1ca15b9c-b412-4586-9d52-b6f7e0798091" providerId="ADAL" clId="{38F95E3A-3D12-4C4D-9967-7BF771AE0752}" dt="2025-06-14T06:37:18.075" v="40" actId="26606"/>
          <ac:spMkLst>
            <pc:docMk/>
            <pc:sldMk cId="3917503561" sldId="330"/>
            <ac:spMk id="3" creationId="{CDDF7D85-644C-9816-6376-101C8A53972B}"/>
          </ac:spMkLst>
        </pc:spChg>
        <pc:graphicFrameChg chg="add mod">
          <ac:chgData name="Jens Du Four" userId="1ca15b9c-b412-4586-9d52-b6f7e0798091" providerId="ADAL" clId="{38F95E3A-3D12-4C4D-9967-7BF771AE0752}" dt="2025-06-14T06:39:29.161" v="139" actId="20577"/>
          <ac:graphicFrameMkLst>
            <pc:docMk/>
            <pc:sldMk cId="3917503561" sldId="330"/>
            <ac:graphicFrameMk id="2057" creationId="{DFA83FC3-831B-4674-C943-D189843911B3}"/>
          </ac:graphicFrameMkLst>
        </pc:graphicFrameChg>
      </pc:sldChg>
      <pc:sldChg chg="modSp mod">
        <pc:chgData name="Jens Du Four" userId="1ca15b9c-b412-4586-9d52-b6f7e0798091" providerId="ADAL" clId="{38F95E3A-3D12-4C4D-9967-7BF771AE0752}" dt="2025-06-14T06:51:46.513" v="426" actId="20577"/>
        <pc:sldMkLst>
          <pc:docMk/>
          <pc:sldMk cId="3014121855" sldId="332"/>
        </pc:sldMkLst>
        <pc:spChg chg="mod">
          <ac:chgData name="Jens Du Four" userId="1ca15b9c-b412-4586-9d52-b6f7e0798091" providerId="ADAL" clId="{38F95E3A-3D12-4C4D-9967-7BF771AE0752}" dt="2025-06-14T06:51:46.513" v="426" actId="20577"/>
          <ac:spMkLst>
            <pc:docMk/>
            <pc:sldMk cId="3014121855" sldId="332"/>
            <ac:spMk id="9" creationId="{17018764-1848-D43C-885F-C3B3FB8ABBE4}"/>
          </ac:spMkLst>
        </pc:spChg>
      </pc:sldChg>
      <pc:sldChg chg="addSp delSp modSp mod modClrScheme modShow chgLayout">
        <pc:chgData name="Jens Du Four" userId="1ca15b9c-b412-4586-9d52-b6f7e0798091" providerId="ADAL" clId="{38F95E3A-3D12-4C4D-9967-7BF771AE0752}" dt="2025-06-14T07:48:42.212" v="555" actId="729"/>
        <pc:sldMkLst>
          <pc:docMk/>
          <pc:sldMk cId="1555513871" sldId="335"/>
        </pc:sldMkLst>
        <pc:spChg chg="mod ord">
          <ac:chgData name="Jens Du Four" userId="1ca15b9c-b412-4586-9d52-b6f7e0798091" providerId="ADAL" clId="{38F95E3A-3D12-4C4D-9967-7BF771AE0752}" dt="2025-06-14T06:48:05.600" v="382" actId="26606"/>
          <ac:spMkLst>
            <pc:docMk/>
            <pc:sldMk cId="1555513871" sldId="335"/>
            <ac:spMk id="2" creationId="{6D9CAC32-442D-642B-7FAC-C0E27F38ED0B}"/>
          </ac:spMkLst>
        </pc:spChg>
        <pc:spChg chg="mod ord">
          <ac:chgData name="Jens Du Four" userId="1ca15b9c-b412-4586-9d52-b6f7e0798091" providerId="ADAL" clId="{38F95E3A-3D12-4C4D-9967-7BF771AE0752}" dt="2025-06-14T06:48:18.105" v="387" actId="113"/>
          <ac:spMkLst>
            <pc:docMk/>
            <pc:sldMk cId="1555513871" sldId="335"/>
            <ac:spMk id="3" creationId="{3524FEFA-E219-A84D-B2BD-C102E064BC8F}"/>
          </ac:spMkLst>
        </pc:spChg>
        <pc:spChg chg="mod ord">
          <ac:chgData name="Jens Du Four" userId="1ca15b9c-b412-4586-9d52-b6f7e0798091" providerId="ADAL" clId="{38F95E3A-3D12-4C4D-9967-7BF771AE0752}" dt="2025-06-14T06:48:05.600" v="382" actId="26606"/>
          <ac:spMkLst>
            <pc:docMk/>
            <pc:sldMk cId="1555513871" sldId="335"/>
            <ac:spMk id="4" creationId="{E15BBCF9-6482-9376-43F7-CCE22CE711C4}"/>
          </ac:spMkLst>
        </pc:spChg>
      </pc:sldChg>
      <pc:sldChg chg="modSp mod">
        <pc:chgData name="Jens Du Four" userId="1ca15b9c-b412-4586-9d52-b6f7e0798091" providerId="ADAL" clId="{38F95E3A-3D12-4C4D-9967-7BF771AE0752}" dt="2025-06-14T06:43:58.745" v="148" actId="26606"/>
        <pc:sldMkLst>
          <pc:docMk/>
          <pc:sldMk cId="525110844" sldId="337"/>
        </pc:sldMkLst>
        <pc:spChg chg="mod">
          <ac:chgData name="Jens Du Four" userId="1ca15b9c-b412-4586-9d52-b6f7e0798091" providerId="ADAL" clId="{38F95E3A-3D12-4C4D-9967-7BF771AE0752}" dt="2025-06-14T06:43:58.745" v="148" actId="26606"/>
          <ac:spMkLst>
            <pc:docMk/>
            <pc:sldMk cId="525110844" sldId="337"/>
            <ac:spMk id="2" creationId="{4D2FC0B3-957A-391C-2C3F-1A98C408F0AE}"/>
          </ac:spMkLst>
        </pc:spChg>
        <pc:spChg chg="mod">
          <ac:chgData name="Jens Du Four" userId="1ca15b9c-b412-4586-9d52-b6f7e0798091" providerId="ADAL" clId="{38F95E3A-3D12-4C4D-9967-7BF771AE0752}" dt="2025-06-14T06:43:58.745" v="148" actId="26606"/>
          <ac:spMkLst>
            <pc:docMk/>
            <pc:sldMk cId="525110844" sldId="337"/>
            <ac:spMk id="4" creationId="{4AB495C0-39E7-043F-D7EC-78497D246E39}"/>
          </ac:spMkLst>
        </pc:spChg>
        <pc:picChg chg="mod">
          <ac:chgData name="Jens Du Four" userId="1ca15b9c-b412-4586-9d52-b6f7e0798091" providerId="ADAL" clId="{38F95E3A-3D12-4C4D-9967-7BF771AE0752}" dt="2025-06-14T06:43:58.745" v="148" actId="26606"/>
          <ac:picMkLst>
            <pc:docMk/>
            <pc:sldMk cId="525110844" sldId="337"/>
            <ac:picMk id="6" creationId="{B4455499-3B8A-5DA9-3522-31C763C9591D}"/>
          </ac:picMkLst>
        </pc:picChg>
      </pc:sldChg>
      <pc:sldChg chg="delSp modSp mod">
        <pc:chgData name="Jens Du Four" userId="1ca15b9c-b412-4586-9d52-b6f7e0798091" providerId="ADAL" clId="{38F95E3A-3D12-4C4D-9967-7BF771AE0752}" dt="2025-06-14T06:43:56.180" v="147" actId="26606"/>
        <pc:sldMkLst>
          <pc:docMk/>
          <pc:sldMk cId="1087201479" sldId="338"/>
        </pc:sldMkLst>
        <pc:spChg chg="mod">
          <ac:chgData name="Jens Du Four" userId="1ca15b9c-b412-4586-9d52-b6f7e0798091" providerId="ADAL" clId="{38F95E3A-3D12-4C4D-9967-7BF771AE0752}" dt="2025-06-14T06:43:56.180" v="147" actId="26606"/>
          <ac:spMkLst>
            <pc:docMk/>
            <pc:sldMk cId="1087201479" sldId="338"/>
            <ac:spMk id="2" creationId="{03807E1B-75A4-C10A-2968-93AA70184036}"/>
          </ac:spMkLst>
        </pc:spChg>
        <pc:spChg chg="mod ord">
          <ac:chgData name="Jens Du Four" userId="1ca15b9c-b412-4586-9d52-b6f7e0798091" providerId="ADAL" clId="{38F95E3A-3D12-4C4D-9967-7BF771AE0752}" dt="2025-06-14T06:43:56.180" v="147" actId="26606"/>
          <ac:spMkLst>
            <pc:docMk/>
            <pc:sldMk cId="1087201479" sldId="338"/>
            <ac:spMk id="4" creationId="{E94E9447-E96E-47DD-764C-03C2601DB25E}"/>
          </ac:spMkLst>
        </pc:spChg>
        <pc:picChg chg="mod">
          <ac:chgData name="Jens Du Four" userId="1ca15b9c-b412-4586-9d52-b6f7e0798091" providerId="ADAL" clId="{38F95E3A-3D12-4C4D-9967-7BF771AE0752}" dt="2025-06-14T06:43:56.180" v="147" actId="26606"/>
          <ac:picMkLst>
            <pc:docMk/>
            <pc:sldMk cId="1087201479" sldId="338"/>
            <ac:picMk id="6" creationId="{A6839E51-64EA-8F86-9C1E-5281EEEC6FCA}"/>
          </ac:picMkLst>
        </pc:picChg>
      </pc:sldChg>
      <pc:sldChg chg="delSp modSp mod">
        <pc:chgData name="Jens Du Four" userId="1ca15b9c-b412-4586-9d52-b6f7e0798091" providerId="ADAL" clId="{38F95E3A-3D12-4C4D-9967-7BF771AE0752}" dt="2025-06-14T06:44:01.028" v="149" actId="26606"/>
        <pc:sldMkLst>
          <pc:docMk/>
          <pc:sldMk cId="2660855440" sldId="339"/>
        </pc:sldMkLst>
        <pc:spChg chg="mod">
          <ac:chgData name="Jens Du Four" userId="1ca15b9c-b412-4586-9d52-b6f7e0798091" providerId="ADAL" clId="{38F95E3A-3D12-4C4D-9967-7BF771AE0752}" dt="2025-06-14T06:44:01.028" v="149" actId="26606"/>
          <ac:spMkLst>
            <pc:docMk/>
            <pc:sldMk cId="2660855440" sldId="339"/>
            <ac:spMk id="2" creationId="{D0BC9777-EDEC-E4B3-EA03-B9AEC4FD0D74}"/>
          </ac:spMkLst>
        </pc:spChg>
        <pc:spChg chg="mod ord">
          <ac:chgData name="Jens Du Four" userId="1ca15b9c-b412-4586-9d52-b6f7e0798091" providerId="ADAL" clId="{38F95E3A-3D12-4C4D-9967-7BF771AE0752}" dt="2025-06-14T06:44:01.028" v="149" actId="26606"/>
          <ac:spMkLst>
            <pc:docMk/>
            <pc:sldMk cId="2660855440" sldId="339"/>
            <ac:spMk id="4" creationId="{B8C23CDC-EE7B-AD1D-CE06-1292EB1B4402}"/>
          </ac:spMkLst>
        </pc:spChg>
        <pc:picChg chg="mod">
          <ac:chgData name="Jens Du Four" userId="1ca15b9c-b412-4586-9d52-b6f7e0798091" providerId="ADAL" clId="{38F95E3A-3D12-4C4D-9967-7BF771AE0752}" dt="2025-06-14T06:44:01.028" v="149" actId="26606"/>
          <ac:picMkLst>
            <pc:docMk/>
            <pc:sldMk cId="2660855440" sldId="339"/>
            <ac:picMk id="7" creationId="{83D30865-208D-454A-3DAC-911E5300B64B}"/>
          </ac:picMkLst>
        </pc:picChg>
      </pc:sldChg>
      <pc:sldChg chg="addSp delSp modSp mod">
        <pc:chgData name="Jens Du Four" userId="1ca15b9c-b412-4586-9d52-b6f7e0798091" providerId="ADAL" clId="{38F95E3A-3D12-4C4D-9967-7BF771AE0752}" dt="2025-06-14T06:45:01.150" v="183" actId="20577"/>
        <pc:sldMkLst>
          <pc:docMk/>
          <pc:sldMk cId="3514400148" sldId="340"/>
        </pc:sldMkLst>
        <pc:spChg chg="mod">
          <ac:chgData name="Jens Du Four" userId="1ca15b9c-b412-4586-9d52-b6f7e0798091" providerId="ADAL" clId="{38F95E3A-3D12-4C4D-9967-7BF771AE0752}" dt="2025-06-14T06:45:01.150" v="183" actId="20577"/>
          <ac:spMkLst>
            <pc:docMk/>
            <pc:sldMk cId="3514400148" sldId="340"/>
            <ac:spMk id="2" creationId="{AA60FA6E-0DEF-26B1-0060-CCA27396D51D}"/>
          </ac:spMkLst>
        </pc:spChg>
        <pc:spChg chg="mod ord">
          <ac:chgData name="Jens Du Four" userId="1ca15b9c-b412-4586-9d52-b6f7e0798091" providerId="ADAL" clId="{38F95E3A-3D12-4C4D-9967-7BF771AE0752}" dt="2025-06-14T06:35:18.739" v="35" actId="26606"/>
          <ac:spMkLst>
            <pc:docMk/>
            <pc:sldMk cId="3514400148" sldId="340"/>
            <ac:spMk id="4" creationId="{13E5D0C0-F75A-6BD6-74E2-2FAEF87D1E65}"/>
          </ac:spMkLst>
        </pc:spChg>
        <pc:picChg chg="add mod modCrop">
          <ac:chgData name="Jens Du Four" userId="1ca15b9c-b412-4586-9d52-b6f7e0798091" providerId="ADAL" clId="{38F95E3A-3D12-4C4D-9967-7BF771AE0752}" dt="2025-06-14T06:44:19.151" v="152" actId="26606"/>
          <ac:picMkLst>
            <pc:docMk/>
            <pc:sldMk cId="3514400148" sldId="340"/>
            <ac:picMk id="7" creationId="{B4BA6782-1865-A8C1-5A40-B695C597F119}"/>
          </ac:picMkLst>
        </pc:picChg>
      </pc:sldChg>
      <pc:sldChg chg="modSp mod">
        <pc:chgData name="Jens Du Four" userId="1ca15b9c-b412-4586-9d52-b6f7e0798091" providerId="ADAL" clId="{38F95E3A-3D12-4C4D-9967-7BF771AE0752}" dt="2025-06-14T08:03:51.486" v="787" actId="20577"/>
        <pc:sldMkLst>
          <pc:docMk/>
          <pc:sldMk cId="1273259971" sldId="341"/>
        </pc:sldMkLst>
        <pc:spChg chg="mod">
          <ac:chgData name="Jens Du Four" userId="1ca15b9c-b412-4586-9d52-b6f7e0798091" providerId="ADAL" clId="{38F95E3A-3D12-4C4D-9967-7BF771AE0752}" dt="2025-06-14T08:03:51.486" v="787" actId="20577"/>
          <ac:spMkLst>
            <pc:docMk/>
            <pc:sldMk cId="1273259971" sldId="341"/>
            <ac:spMk id="3" creationId="{9F07DB5B-5A06-C04E-896C-9D9CD351F417}"/>
          </ac:spMkLst>
        </pc:spChg>
      </pc:sldChg>
      <pc:sldChg chg="modSp mod">
        <pc:chgData name="Jens Du Four" userId="1ca15b9c-b412-4586-9d52-b6f7e0798091" providerId="ADAL" clId="{38F95E3A-3D12-4C4D-9967-7BF771AE0752}" dt="2025-06-13T09:49:10.440" v="11" actId="20577"/>
        <pc:sldMkLst>
          <pc:docMk/>
          <pc:sldMk cId="1117970189" sldId="342"/>
        </pc:sldMkLst>
        <pc:spChg chg="mod">
          <ac:chgData name="Jens Du Four" userId="1ca15b9c-b412-4586-9d52-b6f7e0798091" providerId="ADAL" clId="{38F95E3A-3D12-4C4D-9967-7BF771AE0752}" dt="2025-06-13T09:49:10.440" v="11" actId="20577"/>
          <ac:spMkLst>
            <pc:docMk/>
            <pc:sldMk cId="1117970189" sldId="342"/>
            <ac:spMk id="2" creationId="{62F9B2AA-409C-C0AE-C310-25903A25FD8F}"/>
          </ac:spMkLst>
        </pc:spChg>
      </pc:sldChg>
      <pc:sldChg chg="modSp">
        <pc:chgData name="Jens Du Four" userId="1ca15b9c-b412-4586-9d52-b6f7e0798091" providerId="ADAL" clId="{38F95E3A-3D12-4C4D-9967-7BF771AE0752}" dt="2025-06-14T07:08:00.713" v="459" actId="20577"/>
        <pc:sldMkLst>
          <pc:docMk/>
          <pc:sldMk cId="2953777249" sldId="343"/>
        </pc:sldMkLst>
        <pc:graphicFrameChg chg="mod">
          <ac:chgData name="Jens Du Four" userId="1ca15b9c-b412-4586-9d52-b6f7e0798091" providerId="ADAL" clId="{38F95E3A-3D12-4C4D-9967-7BF771AE0752}" dt="2025-06-14T07:08:00.713" v="459" actId="20577"/>
          <ac:graphicFrameMkLst>
            <pc:docMk/>
            <pc:sldMk cId="2953777249" sldId="343"/>
            <ac:graphicFrameMk id="8" creationId="{68540790-3201-7535-2D3D-C9C613BC9188}"/>
          </ac:graphicFrameMkLst>
        </pc:graphicFrameChg>
      </pc:sldChg>
      <pc:sldChg chg="addSp delSp modSp mod modClrScheme chgLayout">
        <pc:chgData name="Jens Du Four" userId="1ca15b9c-b412-4586-9d52-b6f7e0798091" providerId="ADAL" clId="{38F95E3A-3D12-4C4D-9967-7BF771AE0752}" dt="2025-06-14T07:43:50.009" v="490" actId="26606"/>
        <pc:sldMkLst>
          <pc:docMk/>
          <pc:sldMk cId="1359327479" sldId="345"/>
        </pc:sldMkLst>
        <pc:spChg chg="mod">
          <ac:chgData name="Jens Du Four" userId="1ca15b9c-b412-4586-9d52-b6f7e0798091" providerId="ADAL" clId="{38F95E3A-3D12-4C4D-9967-7BF771AE0752}" dt="2025-06-14T07:41:46.174" v="482" actId="26606"/>
          <ac:spMkLst>
            <pc:docMk/>
            <pc:sldMk cId="1359327479" sldId="345"/>
            <ac:spMk id="2" creationId="{C66A241D-B070-324F-08B4-389593981F1C}"/>
          </ac:spMkLst>
        </pc:spChg>
        <pc:spChg chg="mod">
          <ac:chgData name="Jens Du Four" userId="1ca15b9c-b412-4586-9d52-b6f7e0798091" providerId="ADAL" clId="{38F95E3A-3D12-4C4D-9967-7BF771AE0752}" dt="2025-06-14T07:41:46.174" v="482" actId="26606"/>
          <ac:spMkLst>
            <pc:docMk/>
            <pc:sldMk cId="1359327479" sldId="345"/>
            <ac:spMk id="3" creationId="{422ED6AE-2402-0906-678B-7546B2BAE7D1}"/>
          </ac:spMkLst>
        </pc:spChg>
        <pc:spChg chg="mod ord">
          <ac:chgData name="Jens Du Four" userId="1ca15b9c-b412-4586-9d52-b6f7e0798091" providerId="ADAL" clId="{38F95E3A-3D12-4C4D-9967-7BF771AE0752}" dt="2025-06-14T07:43:50.009" v="490" actId="26606"/>
          <ac:spMkLst>
            <pc:docMk/>
            <pc:sldMk cId="1359327479" sldId="345"/>
            <ac:spMk id="4" creationId="{C565DD6E-FB07-2952-CB55-7994F93B1FFB}"/>
          </ac:spMkLst>
        </pc:spChg>
      </pc:sldChg>
      <pc:sldChg chg="addSp delSp modSp mod ord modClrScheme chgLayout modNotesTx">
        <pc:chgData name="Jens Du Four" userId="1ca15b9c-b412-4586-9d52-b6f7e0798091" providerId="ADAL" clId="{38F95E3A-3D12-4C4D-9967-7BF771AE0752}" dt="2025-06-14T08:03:04.851" v="772"/>
        <pc:sldMkLst>
          <pc:docMk/>
          <pc:sldMk cId="911084991" sldId="346"/>
        </pc:sldMkLst>
        <pc:spChg chg="mod ord">
          <ac:chgData name="Jens Du Four" userId="1ca15b9c-b412-4586-9d52-b6f7e0798091" providerId="ADAL" clId="{38F95E3A-3D12-4C4D-9967-7BF771AE0752}" dt="2025-06-14T07:50:20.249" v="562" actId="700"/>
          <ac:spMkLst>
            <pc:docMk/>
            <pc:sldMk cId="911084991" sldId="346"/>
            <ac:spMk id="2" creationId="{E267D603-A9C9-99A0-BAE8-035AE761B8F4}"/>
          </ac:spMkLst>
        </pc:spChg>
        <pc:spChg chg="mod ord">
          <ac:chgData name="Jens Du Four" userId="1ca15b9c-b412-4586-9d52-b6f7e0798091" providerId="ADAL" clId="{38F95E3A-3D12-4C4D-9967-7BF771AE0752}" dt="2025-06-14T07:50:20.249" v="562" actId="700"/>
          <ac:spMkLst>
            <pc:docMk/>
            <pc:sldMk cId="911084991" sldId="346"/>
            <ac:spMk id="4" creationId="{AD686A12-9274-ED95-8827-B152194E94F8}"/>
          </ac:spMkLst>
        </pc:spChg>
        <pc:spChg chg="add mod ord">
          <ac:chgData name="Jens Du Four" userId="1ca15b9c-b412-4586-9d52-b6f7e0798091" providerId="ADAL" clId="{38F95E3A-3D12-4C4D-9967-7BF771AE0752}" dt="2025-06-14T07:53:40.313" v="707" actId="20577"/>
          <ac:spMkLst>
            <pc:docMk/>
            <pc:sldMk cId="911084991" sldId="346"/>
            <ac:spMk id="5" creationId="{B34DD436-75A2-7F30-BE95-494E82716597}"/>
          </ac:spMkLst>
        </pc:spChg>
        <pc:spChg chg="add mod">
          <ac:chgData name="Jens Du Four" userId="1ca15b9c-b412-4586-9d52-b6f7e0798091" providerId="ADAL" clId="{38F95E3A-3D12-4C4D-9967-7BF771AE0752}" dt="2025-06-14T07:55:02.338" v="710" actId="1076"/>
          <ac:spMkLst>
            <pc:docMk/>
            <pc:sldMk cId="911084991" sldId="346"/>
            <ac:spMk id="8" creationId="{192C7989-367C-3632-3BB4-03FCD0B9C5B7}"/>
          </ac:spMkLst>
        </pc:spChg>
      </pc:sldChg>
      <pc:sldChg chg="addSp delSp modSp new mod">
        <pc:chgData name="Jens Du Four" userId="1ca15b9c-b412-4586-9d52-b6f7e0798091" providerId="ADAL" clId="{38F95E3A-3D12-4C4D-9967-7BF771AE0752}" dt="2025-06-14T06:35:02.755" v="33" actId="26606"/>
        <pc:sldMkLst>
          <pc:docMk/>
          <pc:sldMk cId="2052208967" sldId="349"/>
        </pc:sldMkLst>
        <pc:spChg chg="mod">
          <ac:chgData name="Jens Du Four" userId="1ca15b9c-b412-4586-9d52-b6f7e0798091" providerId="ADAL" clId="{38F95E3A-3D12-4C4D-9967-7BF771AE0752}" dt="2025-06-14T06:35:02.755" v="33" actId="26606"/>
          <ac:spMkLst>
            <pc:docMk/>
            <pc:sldMk cId="2052208967" sldId="349"/>
            <ac:spMk id="2" creationId="{D5BAAF7D-C2A7-67E3-6841-53BA94CA8B42}"/>
          </ac:spMkLst>
        </pc:spChg>
        <pc:spChg chg="mod ord">
          <ac:chgData name="Jens Du Four" userId="1ca15b9c-b412-4586-9d52-b6f7e0798091" providerId="ADAL" clId="{38F95E3A-3D12-4C4D-9967-7BF771AE0752}" dt="2025-06-14T06:35:02.755" v="33" actId="26606"/>
          <ac:spMkLst>
            <pc:docMk/>
            <pc:sldMk cId="2052208967" sldId="349"/>
            <ac:spMk id="4" creationId="{5A6E04D1-0CDF-C42F-7DE1-D61C650316D6}"/>
          </ac:spMkLst>
        </pc:spChg>
        <pc:picChg chg="add mod">
          <ac:chgData name="Jens Du Four" userId="1ca15b9c-b412-4586-9d52-b6f7e0798091" providerId="ADAL" clId="{38F95E3A-3D12-4C4D-9967-7BF771AE0752}" dt="2025-06-14T06:35:02.755" v="33" actId="26606"/>
          <ac:picMkLst>
            <pc:docMk/>
            <pc:sldMk cId="2052208967" sldId="349"/>
            <ac:picMk id="5" creationId="{1D2991BB-F69F-5221-25D6-5BAFA5A35BD7}"/>
          </ac:picMkLst>
        </pc:picChg>
      </pc:sldChg>
      <pc:sldChg chg="new modNotesTx">
        <pc:chgData name="Jens Du Four" userId="1ca15b9c-b412-4586-9d52-b6f7e0798091" providerId="ADAL" clId="{38F95E3A-3D12-4C4D-9967-7BF771AE0752}" dt="2025-06-14T06:46:12.053" v="348" actId="20577"/>
        <pc:sldMkLst>
          <pc:docMk/>
          <pc:sldMk cId="3389464711" sldId="350"/>
        </pc:sldMkLst>
      </pc:sldChg>
      <pc:sldChg chg="new modNotesTx">
        <pc:chgData name="Jens Du Four" userId="1ca15b9c-b412-4586-9d52-b6f7e0798091" providerId="ADAL" clId="{38F95E3A-3D12-4C4D-9967-7BF771AE0752}" dt="2025-06-14T06:46:20.678" v="370" actId="313"/>
        <pc:sldMkLst>
          <pc:docMk/>
          <pc:sldMk cId="393929668" sldId="351"/>
        </pc:sldMkLst>
      </pc:sldChg>
      <pc:sldChg chg="addSp delSp modSp add mod modAnim">
        <pc:chgData name="Jens Du Four" userId="1ca15b9c-b412-4586-9d52-b6f7e0798091" providerId="ADAL" clId="{38F95E3A-3D12-4C4D-9967-7BF771AE0752}" dt="2025-06-14T06:49:13.041" v="411" actId="404"/>
        <pc:sldMkLst>
          <pc:docMk/>
          <pc:sldMk cId="2216523221" sldId="352"/>
        </pc:sldMkLst>
        <pc:spChg chg="mod">
          <ac:chgData name="Jens Du Four" userId="1ca15b9c-b412-4586-9d52-b6f7e0798091" providerId="ADAL" clId="{38F95E3A-3D12-4C4D-9967-7BF771AE0752}" dt="2025-06-14T06:48:56.753" v="397" actId="1076"/>
          <ac:spMkLst>
            <pc:docMk/>
            <pc:sldMk cId="2216523221" sldId="352"/>
            <ac:spMk id="3" creationId="{71394088-6263-26F7-2A45-E4AB1EE48102}"/>
          </ac:spMkLst>
        </pc:spChg>
        <pc:spChg chg="ord">
          <ac:chgData name="Jens Du Four" userId="1ca15b9c-b412-4586-9d52-b6f7e0798091" providerId="ADAL" clId="{38F95E3A-3D12-4C4D-9967-7BF771AE0752}" dt="2025-06-14T06:48:13.054" v="386" actId="26606"/>
          <ac:spMkLst>
            <pc:docMk/>
            <pc:sldMk cId="2216523221" sldId="352"/>
            <ac:spMk id="4" creationId="{D846CCD8-AE6C-F887-AFAD-9EE714C92306}"/>
          </ac:spMkLst>
        </pc:spChg>
        <pc:spChg chg="add mod">
          <ac:chgData name="Jens Du Four" userId="1ca15b9c-b412-4586-9d52-b6f7e0798091" providerId="ADAL" clId="{38F95E3A-3D12-4C4D-9967-7BF771AE0752}" dt="2025-06-14T06:49:13.041" v="411" actId="404"/>
          <ac:spMkLst>
            <pc:docMk/>
            <pc:sldMk cId="2216523221" sldId="352"/>
            <ac:spMk id="7" creationId="{367079F8-1D76-0048-8355-B195A3E37D72}"/>
          </ac:spMkLst>
        </pc:spChg>
        <pc:picChg chg="add mod">
          <ac:chgData name="Jens Du Four" userId="1ca15b9c-b412-4586-9d52-b6f7e0798091" providerId="ADAL" clId="{38F95E3A-3D12-4C4D-9967-7BF771AE0752}" dt="2025-06-14T06:48:13.054" v="386" actId="26606"/>
          <ac:picMkLst>
            <pc:docMk/>
            <pc:sldMk cId="2216523221" sldId="352"/>
            <ac:picMk id="8" creationId="{86C372CD-58F0-26AC-265B-EEB4FF5320A2}"/>
          </ac:picMkLst>
        </pc:picChg>
      </pc:sldChg>
      <pc:sldChg chg="add del">
        <pc:chgData name="Jens Du Four" userId="1ca15b9c-b412-4586-9d52-b6f7e0798091" providerId="ADAL" clId="{38F95E3A-3D12-4C4D-9967-7BF771AE0752}" dt="2025-06-14T07:10:37.689" v="465"/>
        <pc:sldMkLst>
          <pc:docMk/>
          <pc:sldMk cId="156799851" sldId="353"/>
        </pc:sldMkLst>
      </pc:sldChg>
      <pc:sldChg chg="add ord">
        <pc:chgData name="Jens Du Four" userId="1ca15b9c-b412-4586-9d52-b6f7e0798091" providerId="ADAL" clId="{38F95E3A-3D12-4C4D-9967-7BF771AE0752}" dt="2025-06-14T07:10:41.769" v="470"/>
        <pc:sldMkLst>
          <pc:docMk/>
          <pc:sldMk cId="646248984" sldId="353"/>
        </pc:sldMkLst>
      </pc:sldChg>
      <pc:sldChg chg="addSp delSp modSp add mod modShow modNotesTx">
        <pc:chgData name="Jens Du Four" userId="1ca15b9c-b412-4586-9d52-b6f7e0798091" providerId="ADAL" clId="{38F95E3A-3D12-4C4D-9967-7BF771AE0752}" dt="2025-06-14T10:50:01.204" v="935" actId="26606"/>
        <pc:sldMkLst>
          <pc:docMk/>
          <pc:sldMk cId="123345609" sldId="354"/>
        </pc:sldMkLst>
        <pc:spChg chg="ord">
          <ac:chgData name="Jens Du Four" userId="1ca15b9c-b412-4586-9d52-b6f7e0798091" providerId="ADAL" clId="{38F95E3A-3D12-4C4D-9967-7BF771AE0752}" dt="2025-06-14T10:50:01.204" v="935" actId="26606"/>
          <ac:spMkLst>
            <pc:docMk/>
            <pc:sldMk cId="123345609" sldId="354"/>
            <ac:spMk id="4" creationId="{933B2101-55F6-B40F-CE04-E18906D72F19}"/>
          </ac:spMkLst>
        </pc:spChg>
        <pc:picChg chg="add mod">
          <ac:chgData name="Jens Du Four" userId="1ca15b9c-b412-4586-9d52-b6f7e0798091" providerId="ADAL" clId="{38F95E3A-3D12-4C4D-9967-7BF771AE0752}" dt="2025-06-14T10:50:01.204" v="935" actId="26606"/>
          <ac:picMkLst>
            <pc:docMk/>
            <pc:sldMk cId="123345609" sldId="354"/>
            <ac:picMk id="6" creationId="{91CE8598-162A-1ABB-5484-0639309298B6}"/>
          </ac:picMkLst>
        </pc:picChg>
      </pc:sldChg>
      <pc:sldChg chg="add del">
        <pc:chgData name="Jens Du Four" userId="1ca15b9c-b412-4586-9d52-b6f7e0798091" providerId="ADAL" clId="{38F95E3A-3D12-4C4D-9967-7BF771AE0752}" dt="2025-06-14T07:10:48.946" v="472"/>
        <pc:sldMkLst>
          <pc:docMk/>
          <pc:sldMk cId="1555530312" sldId="354"/>
        </pc:sldMkLst>
      </pc:sldChg>
      <pc:sldChg chg="add del">
        <pc:chgData name="Jens Du Four" userId="1ca15b9c-b412-4586-9d52-b6f7e0798091" providerId="ADAL" clId="{38F95E3A-3D12-4C4D-9967-7BF771AE0752}" dt="2025-06-14T07:10:52.245" v="474"/>
        <pc:sldMkLst>
          <pc:docMk/>
          <pc:sldMk cId="2903637361" sldId="354"/>
        </pc:sldMkLst>
      </pc:sldChg>
      <pc:sldChg chg="add">
        <pc:chgData name="Jens Du Four" userId="1ca15b9c-b412-4586-9d52-b6f7e0798091" providerId="ADAL" clId="{38F95E3A-3D12-4C4D-9967-7BF771AE0752}" dt="2025-06-14T08:03:12.053" v="773" actId="2890"/>
        <pc:sldMkLst>
          <pc:docMk/>
          <pc:sldMk cId="2181928791" sldId="355"/>
        </pc:sldMkLst>
      </pc:sldChg>
      <pc:sldChg chg="addSp delSp modSp new mod">
        <pc:chgData name="Jens Du Four" userId="1ca15b9c-b412-4586-9d52-b6f7e0798091" providerId="ADAL" clId="{38F95E3A-3D12-4C4D-9967-7BF771AE0752}" dt="2025-06-14T08:05:14.494" v="881" actId="18131"/>
        <pc:sldMkLst>
          <pc:docMk/>
          <pc:sldMk cId="2028658822" sldId="356"/>
        </pc:sldMkLst>
        <pc:spChg chg="mod">
          <ac:chgData name="Jens Du Four" userId="1ca15b9c-b412-4586-9d52-b6f7e0798091" providerId="ADAL" clId="{38F95E3A-3D12-4C4D-9967-7BF771AE0752}" dt="2025-06-14T08:05:01.352" v="878" actId="26606"/>
          <ac:spMkLst>
            <pc:docMk/>
            <pc:sldMk cId="2028658822" sldId="356"/>
            <ac:spMk id="2" creationId="{8E87D09D-F9D5-51D9-0DB9-93A5A776FAC8}"/>
          </ac:spMkLst>
        </pc:spChg>
        <pc:spChg chg="mod">
          <ac:chgData name="Jens Du Four" userId="1ca15b9c-b412-4586-9d52-b6f7e0798091" providerId="ADAL" clId="{38F95E3A-3D12-4C4D-9967-7BF771AE0752}" dt="2025-06-14T08:05:01.352" v="878" actId="26606"/>
          <ac:spMkLst>
            <pc:docMk/>
            <pc:sldMk cId="2028658822" sldId="356"/>
            <ac:spMk id="3" creationId="{0756C1B8-D0CB-B274-BEB1-9A2EC2D21C54}"/>
          </ac:spMkLst>
        </pc:spChg>
        <pc:spChg chg="mod">
          <ac:chgData name="Jens Du Four" userId="1ca15b9c-b412-4586-9d52-b6f7e0798091" providerId="ADAL" clId="{38F95E3A-3D12-4C4D-9967-7BF771AE0752}" dt="2025-06-14T08:05:01.352" v="878" actId="26606"/>
          <ac:spMkLst>
            <pc:docMk/>
            <pc:sldMk cId="2028658822" sldId="356"/>
            <ac:spMk id="5" creationId="{B9384BF7-EF2C-2EDC-9C7B-65179F2F2622}"/>
          </ac:spMkLst>
        </pc:spChg>
        <pc:picChg chg="add mod ord modCrop">
          <ac:chgData name="Jens Du Four" userId="1ca15b9c-b412-4586-9d52-b6f7e0798091" providerId="ADAL" clId="{38F95E3A-3D12-4C4D-9967-7BF771AE0752}" dt="2025-06-14T08:05:14.494" v="881" actId="18131"/>
          <ac:picMkLst>
            <pc:docMk/>
            <pc:sldMk cId="2028658822" sldId="356"/>
            <ac:picMk id="7" creationId="{B7766A3C-3ED4-E56A-46FD-5ECEB3A279D5}"/>
          </ac:picMkLst>
        </pc:picChg>
      </pc:sldChg>
      <pc:sldChg chg="addSp delSp modSp add mod modShow modNotesTx">
        <pc:chgData name="Jens Du Four" userId="1ca15b9c-b412-4586-9d52-b6f7e0798091" providerId="ADAL" clId="{38F95E3A-3D12-4C4D-9967-7BF771AE0752}" dt="2025-06-14T08:24:37.848" v="931" actId="403"/>
        <pc:sldMkLst>
          <pc:docMk/>
          <pc:sldMk cId="2121177876" sldId="357"/>
        </pc:sldMkLst>
        <pc:spChg chg="mod">
          <ac:chgData name="Jens Du Four" userId="1ca15b9c-b412-4586-9d52-b6f7e0798091" providerId="ADAL" clId="{38F95E3A-3D12-4C4D-9967-7BF771AE0752}" dt="2025-06-14T08:24:37.848" v="931" actId="403"/>
          <ac:spMkLst>
            <pc:docMk/>
            <pc:sldMk cId="2121177876" sldId="357"/>
            <ac:spMk id="3" creationId="{A2E5ACDD-8F95-AA53-DB30-92AA7138AF39}"/>
          </ac:spMkLst>
        </pc:spChg>
        <pc:spChg chg="ord">
          <ac:chgData name="Jens Du Four" userId="1ca15b9c-b412-4586-9d52-b6f7e0798091" providerId="ADAL" clId="{38F95E3A-3D12-4C4D-9967-7BF771AE0752}" dt="2025-06-14T08:06:11.116" v="896" actId="26606"/>
          <ac:spMkLst>
            <pc:docMk/>
            <pc:sldMk cId="2121177876" sldId="357"/>
            <ac:spMk id="5" creationId="{B84BA475-03AD-5AE3-500B-10D953F4B15A}"/>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ata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svg"/><Relationship Id="rId1" Type="http://schemas.openxmlformats.org/officeDocument/2006/relationships/image" Target="../media/image47.png"/><Relationship Id="rId4" Type="http://schemas.openxmlformats.org/officeDocument/2006/relationships/image" Target="../media/image50.svg"/></Relationships>
</file>

<file path=ppt/diagrams/_rels/data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svg"/><Relationship Id="rId1" Type="http://schemas.openxmlformats.org/officeDocument/2006/relationships/image" Target="../media/image82.png"/><Relationship Id="rId4" Type="http://schemas.openxmlformats.org/officeDocument/2006/relationships/image" Target="../media/image8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svg"/><Relationship Id="rId1" Type="http://schemas.openxmlformats.org/officeDocument/2006/relationships/image" Target="../media/image47.png"/><Relationship Id="rId4" Type="http://schemas.openxmlformats.org/officeDocument/2006/relationships/image" Target="../media/image5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svg"/><Relationship Id="rId1" Type="http://schemas.openxmlformats.org/officeDocument/2006/relationships/image" Target="../media/image82.png"/><Relationship Id="rId4" Type="http://schemas.openxmlformats.org/officeDocument/2006/relationships/image" Target="../media/image85.svg"/></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F71F37-FAAE-41D3-A525-B180B7FD6981}" type="doc">
      <dgm:prSet loTypeId="urn:microsoft.com/office/officeart/2018/2/layout/IconVerticalSolidList" loCatId="icon" qsTypeId="urn:microsoft.com/office/officeart/2005/8/quickstyle/simple1" qsCatId="simple" csTypeId="urn:microsoft.com/office/officeart/2005/8/colors/accent1_4" csCatId="accent1" phldr="1"/>
      <dgm:spPr/>
      <dgm:t>
        <a:bodyPr/>
        <a:lstStyle/>
        <a:p>
          <a:endParaRPr lang="en-US"/>
        </a:p>
      </dgm:t>
    </dgm:pt>
    <dgm:pt modelId="{CF6E72D5-FF1F-44D8-B45A-0DA768662A68}">
      <dgm:prSet/>
      <dgm:spPr/>
      <dgm:t>
        <a:bodyPr/>
        <a:lstStyle/>
        <a:p>
          <a:pPr>
            <a:lnSpc>
              <a:spcPct val="100000"/>
            </a:lnSpc>
          </a:pPr>
          <a:r>
            <a:rPr lang="en-US" dirty="0"/>
            <a:t>Windows Defender Application Control (WDAC) is now known as App Control for Business</a:t>
          </a:r>
        </a:p>
      </dgm:t>
    </dgm:pt>
    <dgm:pt modelId="{E4A1EAE7-4500-4F98-A54D-C917F9A00FD9}" type="parTrans" cxnId="{15A4211C-E223-43DE-8AC0-3A0E37E3EA06}">
      <dgm:prSet/>
      <dgm:spPr/>
      <dgm:t>
        <a:bodyPr/>
        <a:lstStyle/>
        <a:p>
          <a:endParaRPr lang="en-US"/>
        </a:p>
      </dgm:t>
    </dgm:pt>
    <dgm:pt modelId="{EEB4F403-6F81-4FA1-B6C2-78D5894E65C2}" type="sibTrans" cxnId="{15A4211C-E223-43DE-8AC0-3A0E37E3EA06}">
      <dgm:prSet/>
      <dgm:spPr/>
      <dgm:t>
        <a:bodyPr/>
        <a:lstStyle/>
        <a:p>
          <a:endParaRPr lang="en-US"/>
        </a:p>
      </dgm:t>
    </dgm:pt>
    <dgm:pt modelId="{75DF7E6C-E1D7-4278-BAA4-B6E9334D9765}">
      <dgm:prSet/>
      <dgm:spPr/>
      <dgm:t>
        <a:bodyPr/>
        <a:lstStyle/>
        <a:p>
          <a:pPr>
            <a:lnSpc>
              <a:spcPct val="100000"/>
            </a:lnSpc>
          </a:pPr>
          <a:r>
            <a:rPr lang="en-US"/>
            <a:t>Face the challenges of malicious files</a:t>
          </a:r>
        </a:p>
      </dgm:t>
    </dgm:pt>
    <dgm:pt modelId="{88245EF2-BFAA-4649-81EE-4B4531FA64F1}" type="parTrans" cxnId="{BA8B868A-08CD-4E16-B745-FF63CB74934F}">
      <dgm:prSet/>
      <dgm:spPr/>
      <dgm:t>
        <a:bodyPr/>
        <a:lstStyle/>
        <a:p>
          <a:endParaRPr lang="en-US"/>
        </a:p>
      </dgm:t>
    </dgm:pt>
    <dgm:pt modelId="{5A255B2D-E261-44D1-A45A-20995E9F578B}" type="sibTrans" cxnId="{BA8B868A-08CD-4E16-B745-FF63CB74934F}">
      <dgm:prSet/>
      <dgm:spPr/>
      <dgm:t>
        <a:bodyPr/>
        <a:lstStyle/>
        <a:p>
          <a:endParaRPr lang="en-US"/>
        </a:p>
      </dgm:t>
    </dgm:pt>
    <dgm:pt modelId="{67C24F28-2203-4504-8278-060C9DF66AC7}">
      <dgm:prSet/>
      <dgm:spPr/>
      <dgm:t>
        <a:bodyPr/>
        <a:lstStyle/>
        <a:p>
          <a:pPr>
            <a:lnSpc>
              <a:spcPct val="100000"/>
            </a:lnSpc>
          </a:pPr>
          <a:r>
            <a:rPr lang="en-US"/>
            <a:t>Designed to manage and prevent undesired apps</a:t>
          </a:r>
        </a:p>
      </dgm:t>
    </dgm:pt>
    <dgm:pt modelId="{670BE849-8C85-4482-BF22-8216BF113CE9}" type="parTrans" cxnId="{AF58C791-C4DB-44E9-9CB0-A26946EA1876}">
      <dgm:prSet/>
      <dgm:spPr/>
      <dgm:t>
        <a:bodyPr/>
        <a:lstStyle/>
        <a:p>
          <a:endParaRPr lang="en-US"/>
        </a:p>
      </dgm:t>
    </dgm:pt>
    <dgm:pt modelId="{1C684D46-293C-49AF-B43E-25F2DFF85D0F}" type="sibTrans" cxnId="{AF58C791-C4DB-44E9-9CB0-A26946EA1876}">
      <dgm:prSet/>
      <dgm:spPr/>
      <dgm:t>
        <a:bodyPr/>
        <a:lstStyle/>
        <a:p>
          <a:endParaRPr lang="en-US"/>
        </a:p>
      </dgm:t>
    </dgm:pt>
    <dgm:pt modelId="{4961ADBF-E466-4C86-B58A-5932CCC71365}" type="pres">
      <dgm:prSet presAssocID="{39F71F37-FAAE-41D3-A525-B180B7FD6981}" presName="root" presStyleCnt="0">
        <dgm:presLayoutVars>
          <dgm:dir/>
          <dgm:resizeHandles val="exact"/>
        </dgm:presLayoutVars>
      </dgm:prSet>
      <dgm:spPr/>
    </dgm:pt>
    <dgm:pt modelId="{620C788E-EEF6-4BEB-911F-97951689343B}" type="pres">
      <dgm:prSet presAssocID="{CF6E72D5-FF1F-44D8-B45A-0DA768662A68}" presName="compNode" presStyleCnt="0"/>
      <dgm:spPr/>
    </dgm:pt>
    <dgm:pt modelId="{CC17A169-FB3A-45D5-B306-DCF0025A77E2}" type="pres">
      <dgm:prSet presAssocID="{CF6E72D5-FF1F-44D8-B45A-0DA768662A68}" presName="bgRect" presStyleLbl="bgShp" presStyleIdx="0" presStyleCnt="3"/>
      <dgm:spPr/>
    </dgm:pt>
    <dgm:pt modelId="{AF111F79-3FB8-4A50-A253-962C3D306FA8}" type="pres">
      <dgm:prSet presAssocID="{CF6E72D5-FF1F-44D8-B45A-0DA768662A6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03069000-908F-4C75-8930-2EA4BDC40B69}" type="pres">
      <dgm:prSet presAssocID="{CF6E72D5-FF1F-44D8-B45A-0DA768662A68}" presName="spaceRect" presStyleCnt="0"/>
      <dgm:spPr/>
    </dgm:pt>
    <dgm:pt modelId="{8AD49EA2-6FE3-491E-982B-C70BA26044DF}" type="pres">
      <dgm:prSet presAssocID="{CF6E72D5-FF1F-44D8-B45A-0DA768662A68}" presName="parTx" presStyleLbl="revTx" presStyleIdx="0" presStyleCnt="3">
        <dgm:presLayoutVars>
          <dgm:chMax val="0"/>
          <dgm:chPref val="0"/>
        </dgm:presLayoutVars>
      </dgm:prSet>
      <dgm:spPr/>
    </dgm:pt>
    <dgm:pt modelId="{E440BDE0-E2D3-4B4C-8084-75AB65A2F28A}" type="pres">
      <dgm:prSet presAssocID="{EEB4F403-6F81-4FA1-B6C2-78D5894E65C2}" presName="sibTrans" presStyleCnt="0"/>
      <dgm:spPr/>
    </dgm:pt>
    <dgm:pt modelId="{935353DF-6EF4-4988-B7EC-98D91C71B051}" type="pres">
      <dgm:prSet presAssocID="{75DF7E6C-E1D7-4278-BAA4-B6E9334D9765}" presName="compNode" presStyleCnt="0"/>
      <dgm:spPr/>
    </dgm:pt>
    <dgm:pt modelId="{BB12723F-052E-41F2-93D5-2A6AB49E2FB4}" type="pres">
      <dgm:prSet presAssocID="{75DF7E6C-E1D7-4278-BAA4-B6E9334D9765}" presName="bgRect" presStyleLbl="bgShp" presStyleIdx="1" presStyleCnt="3"/>
      <dgm:spPr/>
    </dgm:pt>
    <dgm:pt modelId="{6A0282AC-1203-4CB8-B94C-794B7CBFA3AC}" type="pres">
      <dgm:prSet presAssocID="{75DF7E6C-E1D7-4278-BAA4-B6E9334D976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rning"/>
        </a:ext>
      </dgm:extLst>
    </dgm:pt>
    <dgm:pt modelId="{CE6DACF9-3ADA-47CA-A896-4538E01AD527}" type="pres">
      <dgm:prSet presAssocID="{75DF7E6C-E1D7-4278-BAA4-B6E9334D9765}" presName="spaceRect" presStyleCnt="0"/>
      <dgm:spPr/>
    </dgm:pt>
    <dgm:pt modelId="{337D98A7-23D8-4208-95B0-DA5C6C762466}" type="pres">
      <dgm:prSet presAssocID="{75DF7E6C-E1D7-4278-BAA4-B6E9334D9765}" presName="parTx" presStyleLbl="revTx" presStyleIdx="1" presStyleCnt="3">
        <dgm:presLayoutVars>
          <dgm:chMax val="0"/>
          <dgm:chPref val="0"/>
        </dgm:presLayoutVars>
      </dgm:prSet>
      <dgm:spPr/>
    </dgm:pt>
    <dgm:pt modelId="{07A96E73-3B84-4A51-9937-CC296D239907}" type="pres">
      <dgm:prSet presAssocID="{5A255B2D-E261-44D1-A45A-20995E9F578B}" presName="sibTrans" presStyleCnt="0"/>
      <dgm:spPr/>
    </dgm:pt>
    <dgm:pt modelId="{C4144E0C-3D47-460D-8F7E-BC199137C8C7}" type="pres">
      <dgm:prSet presAssocID="{67C24F28-2203-4504-8278-060C9DF66AC7}" presName="compNode" presStyleCnt="0"/>
      <dgm:spPr/>
    </dgm:pt>
    <dgm:pt modelId="{3A8CE96D-2DB0-4C45-8D08-B825E9C2859C}" type="pres">
      <dgm:prSet presAssocID="{67C24F28-2203-4504-8278-060C9DF66AC7}" presName="bgRect" presStyleLbl="bgShp" presStyleIdx="2" presStyleCnt="3"/>
      <dgm:spPr/>
    </dgm:pt>
    <dgm:pt modelId="{7FA46BC6-C6AC-4798-967D-38E6F2EF2890}" type="pres">
      <dgm:prSet presAssocID="{67C24F28-2203-4504-8278-060C9DF66AC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mart Phone"/>
        </a:ext>
      </dgm:extLst>
    </dgm:pt>
    <dgm:pt modelId="{86D07588-70E1-44DE-9100-E1BD31F67D45}" type="pres">
      <dgm:prSet presAssocID="{67C24F28-2203-4504-8278-060C9DF66AC7}" presName="spaceRect" presStyleCnt="0"/>
      <dgm:spPr/>
    </dgm:pt>
    <dgm:pt modelId="{D108B23C-F191-45A5-840F-FCC2E4FB5DB9}" type="pres">
      <dgm:prSet presAssocID="{67C24F28-2203-4504-8278-060C9DF66AC7}" presName="parTx" presStyleLbl="revTx" presStyleIdx="2" presStyleCnt="3">
        <dgm:presLayoutVars>
          <dgm:chMax val="0"/>
          <dgm:chPref val="0"/>
        </dgm:presLayoutVars>
      </dgm:prSet>
      <dgm:spPr/>
    </dgm:pt>
  </dgm:ptLst>
  <dgm:cxnLst>
    <dgm:cxn modelId="{15A4211C-E223-43DE-8AC0-3A0E37E3EA06}" srcId="{39F71F37-FAAE-41D3-A525-B180B7FD6981}" destId="{CF6E72D5-FF1F-44D8-B45A-0DA768662A68}" srcOrd="0" destOrd="0" parTransId="{E4A1EAE7-4500-4F98-A54D-C917F9A00FD9}" sibTransId="{EEB4F403-6F81-4FA1-B6C2-78D5894E65C2}"/>
    <dgm:cxn modelId="{34998222-1FE4-46C9-ACBB-8730A6057AF7}" type="presOf" srcId="{CF6E72D5-FF1F-44D8-B45A-0DA768662A68}" destId="{8AD49EA2-6FE3-491E-982B-C70BA26044DF}" srcOrd="0" destOrd="0" presId="urn:microsoft.com/office/officeart/2018/2/layout/IconVerticalSolidList"/>
    <dgm:cxn modelId="{BA8B868A-08CD-4E16-B745-FF63CB74934F}" srcId="{39F71F37-FAAE-41D3-A525-B180B7FD6981}" destId="{75DF7E6C-E1D7-4278-BAA4-B6E9334D9765}" srcOrd="1" destOrd="0" parTransId="{88245EF2-BFAA-4649-81EE-4B4531FA64F1}" sibTransId="{5A255B2D-E261-44D1-A45A-20995E9F578B}"/>
    <dgm:cxn modelId="{AF58C791-C4DB-44E9-9CB0-A26946EA1876}" srcId="{39F71F37-FAAE-41D3-A525-B180B7FD6981}" destId="{67C24F28-2203-4504-8278-060C9DF66AC7}" srcOrd="2" destOrd="0" parTransId="{670BE849-8C85-4482-BF22-8216BF113CE9}" sibTransId="{1C684D46-293C-49AF-B43E-25F2DFF85D0F}"/>
    <dgm:cxn modelId="{0628EAB0-B075-49FE-BA4B-5FF5AF91D355}" type="presOf" srcId="{39F71F37-FAAE-41D3-A525-B180B7FD6981}" destId="{4961ADBF-E466-4C86-B58A-5932CCC71365}" srcOrd="0" destOrd="0" presId="urn:microsoft.com/office/officeart/2018/2/layout/IconVerticalSolidList"/>
    <dgm:cxn modelId="{FEBA72CA-5C1A-459A-B500-7C819F678DB8}" type="presOf" srcId="{75DF7E6C-E1D7-4278-BAA4-B6E9334D9765}" destId="{337D98A7-23D8-4208-95B0-DA5C6C762466}" srcOrd="0" destOrd="0" presId="urn:microsoft.com/office/officeart/2018/2/layout/IconVerticalSolidList"/>
    <dgm:cxn modelId="{ED4725EA-8D6C-4200-9E0D-56410FB0BB37}" type="presOf" srcId="{67C24F28-2203-4504-8278-060C9DF66AC7}" destId="{D108B23C-F191-45A5-840F-FCC2E4FB5DB9}" srcOrd="0" destOrd="0" presId="urn:microsoft.com/office/officeart/2018/2/layout/IconVerticalSolidList"/>
    <dgm:cxn modelId="{2E1ECD3D-E84A-45EA-83A3-5B03AC86F581}" type="presParOf" srcId="{4961ADBF-E466-4C86-B58A-5932CCC71365}" destId="{620C788E-EEF6-4BEB-911F-97951689343B}" srcOrd="0" destOrd="0" presId="urn:microsoft.com/office/officeart/2018/2/layout/IconVerticalSolidList"/>
    <dgm:cxn modelId="{F8F10A91-BD94-4749-9627-436EF36B2CA1}" type="presParOf" srcId="{620C788E-EEF6-4BEB-911F-97951689343B}" destId="{CC17A169-FB3A-45D5-B306-DCF0025A77E2}" srcOrd="0" destOrd="0" presId="urn:microsoft.com/office/officeart/2018/2/layout/IconVerticalSolidList"/>
    <dgm:cxn modelId="{198F8BE6-61B0-4F26-9497-AF47EE3D5A68}" type="presParOf" srcId="{620C788E-EEF6-4BEB-911F-97951689343B}" destId="{AF111F79-3FB8-4A50-A253-962C3D306FA8}" srcOrd="1" destOrd="0" presId="urn:microsoft.com/office/officeart/2018/2/layout/IconVerticalSolidList"/>
    <dgm:cxn modelId="{18744AE3-C395-4C16-BA7B-119E4A4BEE1A}" type="presParOf" srcId="{620C788E-EEF6-4BEB-911F-97951689343B}" destId="{03069000-908F-4C75-8930-2EA4BDC40B69}" srcOrd="2" destOrd="0" presId="urn:microsoft.com/office/officeart/2018/2/layout/IconVerticalSolidList"/>
    <dgm:cxn modelId="{7D7A9E9F-FE51-4BBA-9AF5-F0696DD59583}" type="presParOf" srcId="{620C788E-EEF6-4BEB-911F-97951689343B}" destId="{8AD49EA2-6FE3-491E-982B-C70BA26044DF}" srcOrd="3" destOrd="0" presId="urn:microsoft.com/office/officeart/2018/2/layout/IconVerticalSolidList"/>
    <dgm:cxn modelId="{B1DE264E-C889-4370-9BA1-519BF92714F2}" type="presParOf" srcId="{4961ADBF-E466-4C86-B58A-5932CCC71365}" destId="{E440BDE0-E2D3-4B4C-8084-75AB65A2F28A}" srcOrd="1" destOrd="0" presId="urn:microsoft.com/office/officeart/2018/2/layout/IconVerticalSolidList"/>
    <dgm:cxn modelId="{27A88F48-DEC7-4FD9-AD0D-6997A62877EE}" type="presParOf" srcId="{4961ADBF-E466-4C86-B58A-5932CCC71365}" destId="{935353DF-6EF4-4988-B7EC-98D91C71B051}" srcOrd="2" destOrd="0" presId="urn:microsoft.com/office/officeart/2018/2/layout/IconVerticalSolidList"/>
    <dgm:cxn modelId="{2278F064-A9B9-4B66-B956-5640B40D0AC6}" type="presParOf" srcId="{935353DF-6EF4-4988-B7EC-98D91C71B051}" destId="{BB12723F-052E-41F2-93D5-2A6AB49E2FB4}" srcOrd="0" destOrd="0" presId="urn:microsoft.com/office/officeart/2018/2/layout/IconVerticalSolidList"/>
    <dgm:cxn modelId="{E01FC0C1-8B03-4027-AA80-C6D426C43FFD}" type="presParOf" srcId="{935353DF-6EF4-4988-B7EC-98D91C71B051}" destId="{6A0282AC-1203-4CB8-B94C-794B7CBFA3AC}" srcOrd="1" destOrd="0" presId="urn:microsoft.com/office/officeart/2018/2/layout/IconVerticalSolidList"/>
    <dgm:cxn modelId="{D1A1EE0B-71A2-4D32-9679-97625E4CD219}" type="presParOf" srcId="{935353DF-6EF4-4988-B7EC-98D91C71B051}" destId="{CE6DACF9-3ADA-47CA-A896-4538E01AD527}" srcOrd="2" destOrd="0" presId="urn:microsoft.com/office/officeart/2018/2/layout/IconVerticalSolidList"/>
    <dgm:cxn modelId="{5F88BE18-1EBC-4CF9-94EE-8E6D01CB0B1F}" type="presParOf" srcId="{935353DF-6EF4-4988-B7EC-98D91C71B051}" destId="{337D98A7-23D8-4208-95B0-DA5C6C762466}" srcOrd="3" destOrd="0" presId="urn:microsoft.com/office/officeart/2018/2/layout/IconVerticalSolidList"/>
    <dgm:cxn modelId="{5C91E0CA-4FEF-4C1B-8C83-EA0267A3B901}" type="presParOf" srcId="{4961ADBF-E466-4C86-B58A-5932CCC71365}" destId="{07A96E73-3B84-4A51-9937-CC296D239907}" srcOrd="3" destOrd="0" presId="urn:microsoft.com/office/officeart/2018/2/layout/IconVerticalSolidList"/>
    <dgm:cxn modelId="{08AFB597-61D6-4777-B2C4-D709394DB09A}" type="presParOf" srcId="{4961ADBF-E466-4C86-B58A-5932CCC71365}" destId="{C4144E0C-3D47-460D-8F7E-BC199137C8C7}" srcOrd="4" destOrd="0" presId="urn:microsoft.com/office/officeart/2018/2/layout/IconVerticalSolidList"/>
    <dgm:cxn modelId="{6C7C2478-730A-4046-9BA6-074E38B9AD6F}" type="presParOf" srcId="{C4144E0C-3D47-460D-8F7E-BC199137C8C7}" destId="{3A8CE96D-2DB0-4C45-8D08-B825E9C2859C}" srcOrd="0" destOrd="0" presId="urn:microsoft.com/office/officeart/2018/2/layout/IconVerticalSolidList"/>
    <dgm:cxn modelId="{5EDE94D6-559C-4216-932B-A7AC979C373E}" type="presParOf" srcId="{C4144E0C-3D47-460D-8F7E-BC199137C8C7}" destId="{7FA46BC6-C6AC-4798-967D-38E6F2EF2890}" srcOrd="1" destOrd="0" presId="urn:microsoft.com/office/officeart/2018/2/layout/IconVerticalSolidList"/>
    <dgm:cxn modelId="{6EB11701-6011-4270-878C-037E5FA07AE0}" type="presParOf" srcId="{C4144E0C-3D47-460D-8F7E-BC199137C8C7}" destId="{86D07588-70E1-44DE-9100-E1BD31F67D45}" srcOrd="2" destOrd="0" presId="urn:microsoft.com/office/officeart/2018/2/layout/IconVerticalSolidList"/>
    <dgm:cxn modelId="{717321A5-2E82-428C-A86D-BAFA33AA8ACE}" type="presParOf" srcId="{C4144E0C-3D47-460D-8F7E-BC199137C8C7}" destId="{D108B23C-F191-45A5-840F-FCC2E4FB5DB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6D470DA-FED3-43FC-8E89-87635B39ACF3}" type="doc">
      <dgm:prSet loTypeId="urn:microsoft.com/office/officeart/2018/2/layout/IconVerticalSolidList" loCatId="icon" qsTypeId="urn:microsoft.com/office/officeart/2005/8/quickstyle/simple1" qsCatId="simple" csTypeId="urn:microsoft.com/office/officeart/2005/8/colors/accent1_4" csCatId="accent1" phldr="1"/>
      <dgm:spPr/>
      <dgm:t>
        <a:bodyPr/>
        <a:lstStyle/>
        <a:p>
          <a:endParaRPr lang="en-US"/>
        </a:p>
      </dgm:t>
    </dgm:pt>
    <dgm:pt modelId="{0C89D473-7205-4A17-8B69-5BB1AA6D4C6E}">
      <dgm:prSet/>
      <dgm:spPr/>
      <dgm:t>
        <a:bodyPr/>
        <a:lstStyle/>
        <a:p>
          <a:pPr>
            <a:lnSpc>
              <a:spcPct val="100000"/>
            </a:lnSpc>
          </a:pPr>
          <a:r>
            <a:rPr lang="en-US" dirty="0"/>
            <a:t>Uses the Windows </a:t>
          </a:r>
          <a:r>
            <a:rPr lang="en-US" b="1" dirty="0"/>
            <a:t>Application Control CSP </a:t>
          </a:r>
          <a:r>
            <a:rPr lang="en-US" dirty="0"/>
            <a:t>to manage which apps are allowed to run on Windows devices.</a:t>
          </a:r>
        </a:p>
      </dgm:t>
    </dgm:pt>
    <dgm:pt modelId="{F3DF3D21-3D13-46F8-BBCC-1697F68B5752}" type="parTrans" cxnId="{A2B24A07-85AB-4FDC-9EC6-4AC4FFE935BF}">
      <dgm:prSet/>
      <dgm:spPr/>
      <dgm:t>
        <a:bodyPr/>
        <a:lstStyle/>
        <a:p>
          <a:endParaRPr lang="en-US"/>
        </a:p>
      </dgm:t>
    </dgm:pt>
    <dgm:pt modelId="{9321F194-BFA9-4DAB-9424-D37848D32AEB}" type="sibTrans" cxnId="{A2B24A07-85AB-4FDC-9EC6-4AC4FFE935BF}">
      <dgm:prSet/>
      <dgm:spPr/>
      <dgm:t>
        <a:bodyPr/>
        <a:lstStyle/>
        <a:p>
          <a:endParaRPr lang="en-US"/>
        </a:p>
      </dgm:t>
    </dgm:pt>
    <dgm:pt modelId="{5F040CE7-827D-40D5-881F-1E7EE68CEF56}">
      <dgm:prSet/>
      <dgm:spPr/>
      <dgm:t>
        <a:bodyPr/>
        <a:lstStyle/>
        <a:p>
          <a:pPr>
            <a:lnSpc>
              <a:spcPct val="100000"/>
            </a:lnSpc>
          </a:pPr>
          <a:r>
            <a:rPr lang="en-US" dirty="0"/>
            <a:t>Leverages the Managed Installer to ensure only trusted applications can run on your Windows devices</a:t>
          </a:r>
        </a:p>
      </dgm:t>
    </dgm:pt>
    <dgm:pt modelId="{A31FCB4F-FE0E-46C2-948D-0A793E0B3232}" type="parTrans" cxnId="{953AC5A0-ACB4-4407-89BA-B2D3F18A7441}">
      <dgm:prSet/>
      <dgm:spPr/>
      <dgm:t>
        <a:bodyPr/>
        <a:lstStyle/>
        <a:p>
          <a:endParaRPr lang="en-US"/>
        </a:p>
      </dgm:t>
    </dgm:pt>
    <dgm:pt modelId="{67C787F2-9409-447F-A418-27A0D0ABA609}" type="sibTrans" cxnId="{953AC5A0-ACB4-4407-89BA-B2D3F18A7441}">
      <dgm:prSet/>
      <dgm:spPr/>
      <dgm:t>
        <a:bodyPr/>
        <a:lstStyle/>
        <a:p>
          <a:endParaRPr lang="en-US"/>
        </a:p>
      </dgm:t>
    </dgm:pt>
    <dgm:pt modelId="{ED421A30-D3B5-4E79-A291-726BA5F3CE48}" type="pres">
      <dgm:prSet presAssocID="{D6D470DA-FED3-43FC-8E89-87635B39ACF3}" presName="root" presStyleCnt="0">
        <dgm:presLayoutVars>
          <dgm:dir/>
          <dgm:resizeHandles val="exact"/>
        </dgm:presLayoutVars>
      </dgm:prSet>
      <dgm:spPr/>
    </dgm:pt>
    <dgm:pt modelId="{8AA054A4-A3BC-439A-AC58-0ACFE5F30E4D}" type="pres">
      <dgm:prSet presAssocID="{0C89D473-7205-4A17-8B69-5BB1AA6D4C6E}" presName="compNode" presStyleCnt="0"/>
      <dgm:spPr/>
    </dgm:pt>
    <dgm:pt modelId="{ABE8815B-AB57-4DA6-8E45-D2336AABA02E}" type="pres">
      <dgm:prSet presAssocID="{0C89D473-7205-4A17-8B69-5BB1AA6D4C6E}" presName="bgRect" presStyleLbl="bgShp" presStyleIdx="0" presStyleCnt="2"/>
      <dgm:spPr/>
    </dgm:pt>
    <dgm:pt modelId="{F27BD73F-EB32-4B54-A266-D2F4385AA853}" type="pres">
      <dgm:prSet presAssocID="{0C89D473-7205-4A17-8B69-5BB1AA6D4C6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A9B44FFD-9E0C-4F3D-9378-BA40D6FDEF93}" type="pres">
      <dgm:prSet presAssocID="{0C89D473-7205-4A17-8B69-5BB1AA6D4C6E}" presName="spaceRect" presStyleCnt="0"/>
      <dgm:spPr/>
    </dgm:pt>
    <dgm:pt modelId="{256E94D2-815C-4E51-8894-592C00FE32D8}" type="pres">
      <dgm:prSet presAssocID="{0C89D473-7205-4A17-8B69-5BB1AA6D4C6E}" presName="parTx" presStyleLbl="revTx" presStyleIdx="0" presStyleCnt="2">
        <dgm:presLayoutVars>
          <dgm:chMax val="0"/>
          <dgm:chPref val="0"/>
        </dgm:presLayoutVars>
      </dgm:prSet>
      <dgm:spPr/>
    </dgm:pt>
    <dgm:pt modelId="{0F07AE02-AE8A-4239-9C26-64CD802C03CB}" type="pres">
      <dgm:prSet presAssocID="{9321F194-BFA9-4DAB-9424-D37848D32AEB}" presName="sibTrans" presStyleCnt="0"/>
      <dgm:spPr/>
    </dgm:pt>
    <dgm:pt modelId="{3C2E17FE-0204-4458-BE0F-6FD3D2625763}" type="pres">
      <dgm:prSet presAssocID="{5F040CE7-827D-40D5-881F-1E7EE68CEF56}" presName="compNode" presStyleCnt="0"/>
      <dgm:spPr/>
    </dgm:pt>
    <dgm:pt modelId="{741B32C9-296E-4177-B65D-5530CFF26267}" type="pres">
      <dgm:prSet presAssocID="{5F040CE7-827D-40D5-881F-1E7EE68CEF56}" presName="bgRect" presStyleLbl="bgShp" presStyleIdx="1" presStyleCnt="2"/>
      <dgm:spPr/>
    </dgm:pt>
    <dgm:pt modelId="{6B7CA0C7-DBF9-4FAE-BD7B-82350079D79D}" type="pres">
      <dgm:prSet presAssocID="{5F040CE7-827D-40D5-881F-1E7EE68CEF5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75127E0F-0F5F-437B-9841-334A62797E44}" type="pres">
      <dgm:prSet presAssocID="{5F040CE7-827D-40D5-881F-1E7EE68CEF56}" presName="spaceRect" presStyleCnt="0"/>
      <dgm:spPr/>
    </dgm:pt>
    <dgm:pt modelId="{9F2D1B5D-5A87-472D-8D21-457DA5A0A635}" type="pres">
      <dgm:prSet presAssocID="{5F040CE7-827D-40D5-881F-1E7EE68CEF56}" presName="parTx" presStyleLbl="revTx" presStyleIdx="1" presStyleCnt="2">
        <dgm:presLayoutVars>
          <dgm:chMax val="0"/>
          <dgm:chPref val="0"/>
        </dgm:presLayoutVars>
      </dgm:prSet>
      <dgm:spPr/>
    </dgm:pt>
  </dgm:ptLst>
  <dgm:cxnLst>
    <dgm:cxn modelId="{A2B24A07-85AB-4FDC-9EC6-4AC4FFE935BF}" srcId="{D6D470DA-FED3-43FC-8E89-87635B39ACF3}" destId="{0C89D473-7205-4A17-8B69-5BB1AA6D4C6E}" srcOrd="0" destOrd="0" parTransId="{F3DF3D21-3D13-46F8-BBCC-1697F68B5752}" sibTransId="{9321F194-BFA9-4DAB-9424-D37848D32AEB}"/>
    <dgm:cxn modelId="{C393BE1B-DBEC-4064-8164-29041CAC18C0}" type="presOf" srcId="{D6D470DA-FED3-43FC-8E89-87635B39ACF3}" destId="{ED421A30-D3B5-4E79-A291-726BA5F3CE48}" srcOrd="0" destOrd="0" presId="urn:microsoft.com/office/officeart/2018/2/layout/IconVerticalSolidList"/>
    <dgm:cxn modelId="{F6CE977E-01D3-481A-AFA9-DC408A8D6423}" type="presOf" srcId="{5F040CE7-827D-40D5-881F-1E7EE68CEF56}" destId="{9F2D1B5D-5A87-472D-8D21-457DA5A0A635}" srcOrd="0" destOrd="0" presId="urn:microsoft.com/office/officeart/2018/2/layout/IconVerticalSolidList"/>
    <dgm:cxn modelId="{953AC5A0-ACB4-4407-89BA-B2D3F18A7441}" srcId="{D6D470DA-FED3-43FC-8E89-87635B39ACF3}" destId="{5F040CE7-827D-40D5-881F-1E7EE68CEF56}" srcOrd="1" destOrd="0" parTransId="{A31FCB4F-FE0E-46C2-948D-0A793E0B3232}" sibTransId="{67C787F2-9409-447F-A418-27A0D0ABA609}"/>
    <dgm:cxn modelId="{CD942FAD-59E7-4C49-A957-B304AAED32EE}" type="presOf" srcId="{0C89D473-7205-4A17-8B69-5BB1AA6D4C6E}" destId="{256E94D2-815C-4E51-8894-592C00FE32D8}" srcOrd="0" destOrd="0" presId="urn:microsoft.com/office/officeart/2018/2/layout/IconVerticalSolidList"/>
    <dgm:cxn modelId="{5488CB27-2086-403B-84A5-A9FE0E885F38}" type="presParOf" srcId="{ED421A30-D3B5-4E79-A291-726BA5F3CE48}" destId="{8AA054A4-A3BC-439A-AC58-0ACFE5F30E4D}" srcOrd="0" destOrd="0" presId="urn:microsoft.com/office/officeart/2018/2/layout/IconVerticalSolidList"/>
    <dgm:cxn modelId="{D8157D4F-B876-431C-AF09-760FAD24EC20}" type="presParOf" srcId="{8AA054A4-A3BC-439A-AC58-0ACFE5F30E4D}" destId="{ABE8815B-AB57-4DA6-8E45-D2336AABA02E}" srcOrd="0" destOrd="0" presId="urn:microsoft.com/office/officeart/2018/2/layout/IconVerticalSolidList"/>
    <dgm:cxn modelId="{78050973-98FC-40BB-A03F-BC9E1A36444F}" type="presParOf" srcId="{8AA054A4-A3BC-439A-AC58-0ACFE5F30E4D}" destId="{F27BD73F-EB32-4B54-A266-D2F4385AA853}" srcOrd="1" destOrd="0" presId="urn:microsoft.com/office/officeart/2018/2/layout/IconVerticalSolidList"/>
    <dgm:cxn modelId="{0CF0D5E6-177E-45B0-8D8F-265E7DE28974}" type="presParOf" srcId="{8AA054A4-A3BC-439A-AC58-0ACFE5F30E4D}" destId="{A9B44FFD-9E0C-4F3D-9378-BA40D6FDEF93}" srcOrd="2" destOrd="0" presId="urn:microsoft.com/office/officeart/2018/2/layout/IconVerticalSolidList"/>
    <dgm:cxn modelId="{11DA1EDF-6014-4718-958D-4362B06BF644}" type="presParOf" srcId="{8AA054A4-A3BC-439A-AC58-0ACFE5F30E4D}" destId="{256E94D2-815C-4E51-8894-592C00FE32D8}" srcOrd="3" destOrd="0" presId="urn:microsoft.com/office/officeart/2018/2/layout/IconVerticalSolidList"/>
    <dgm:cxn modelId="{E8422035-CBD0-4220-886F-30360FC5D508}" type="presParOf" srcId="{ED421A30-D3B5-4E79-A291-726BA5F3CE48}" destId="{0F07AE02-AE8A-4239-9C26-64CD802C03CB}" srcOrd="1" destOrd="0" presId="urn:microsoft.com/office/officeart/2018/2/layout/IconVerticalSolidList"/>
    <dgm:cxn modelId="{79112853-17C0-4125-92D8-5CB58A396F63}" type="presParOf" srcId="{ED421A30-D3B5-4E79-A291-726BA5F3CE48}" destId="{3C2E17FE-0204-4458-BE0F-6FD3D2625763}" srcOrd="2" destOrd="0" presId="urn:microsoft.com/office/officeart/2018/2/layout/IconVerticalSolidList"/>
    <dgm:cxn modelId="{7F877936-ED0F-4A33-8F1D-A017FA56E696}" type="presParOf" srcId="{3C2E17FE-0204-4458-BE0F-6FD3D2625763}" destId="{741B32C9-296E-4177-B65D-5530CFF26267}" srcOrd="0" destOrd="0" presId="urn:microsoft.com/office/officeart/2018/2/layout/IconVerticalSolidList"/>
    <dgm:cxn modelId="{0123E508-4F2B-48D4-AA91-C38DBCCCDED8}" type="presParOf" srcId="{3C2E17FE-0204-4458-BE0F-6FD3D2625763}" destId="{6B7CA0C7-DBF9-4FAE-BD7B-82350079D79D}" srcOrd="1" destOrd="0" presId="urn:microsoft.com/office/officeart/2018/2/layout/IconVerticalSolidList"/>
    <dgm:cxn modelId="{7744DE17-49F7-41D6-8CBC-FBDB6104569D}" type="presParOf" srcId="{3C2E17FE-0204-4458-BE0F-6FD3D2625763}" destId="{75127E0F-0F5F-437B-9841-334A62797E44}" srcOrd="2" destOrd="0" presId="urn:microsoft.com/office/officeart/2018/2/layout/IconVerticalSolidList"/>
    <dgm:cxn modelId="{4035624D-55C6-4374-973C-066E414CBBF0}" type="presParOf" srcId="{3C2E17FE-0204-4458-BE0F-6FD3D2625763}" destId="{9F2D1B5D-5A87-472D-8D21-457DA5A0A63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418146B-1F7C-43FF-9DC8-936680072FA7}" type="doc">
      <dgm:prSet loTypeId="urn:microsoft.com/office/officeart/2018/5/layout/CenteredIconLabelDescriptionList" loCatId="icon" qsTypeId="urn:microsoft.com/office/officeart/2005/8/quickstyle/simple1" qsCatId="simple" csTypeId="urn:microsoft.com/office/officeart/2005/8/colors/accent1_1" csCatId="accent1" phldr="1"/>
      <dgm:spPr/>
      <dgm:t>
        <a:bodyPr/>
        <a:lstStyle/>
        <a:p>
          <a:endParaRPr lang="en-US"/>
        </a:p>
      </dgm:t>
    </dgm:pt>
    <dgm:pt modelId="{C00C9C10-334E-4CAF-A0F2-B8E219073A34}">
      <dgm:prSet/>
      <dgm:spPr>
        <a:ln>
          <a:noFill/>
        </a:ln>
      </dgm:spPr>
      <dgm:t>
        <a:bodyPr/>
        <a:lstStyle/>
        <a:p>
          <a:pPr>
            <a:lnSpc>
              <a:spcPct val="100000"/>
            </a:lnSpc>
            <a:defRPr b="1"/>
          </a:pPr>
          <a:r>
            <a:rPr lang="en-US" baseline="0" noProof="0" dirty="0"/>
            <a:t>Policy Expansion</a:t>
          </a:r>
          <a:endParaRPr lang="en-US" noProof="0" dirty="0"/>
        </a:p>
      </dgm:t>
    </dgm:pt>
    <dgm:pt modelId="{DC6522BB-C151-4DDE-A81E-AA2C10BFE088}" type="parTrans" cxnId="{3D637621-DCF1-4593-8ABF-1F22B08D7460}">
      <dgm:prSet/>
      <dgm:spPr/>
      <dgm:t>
        <a:bodyPr/>
        <a:lstStyle/>
        <a:p>
          <a:endParaRPr lang="en-US"/>
        </a:p>
      </dgm:t>
    </dgm:pt>
    <dgm:pt modelId="{89348A54-A3CE-4267-B69C-5F113F857EF8}" type="sibTrans" cxnId="{3D637621-DCF1-4593-8ABF-1F22B08D7460}">
      <dgm:prSet/>
      <dgm:spPr/>
      <dgm:t>
        <a:bodyPr/>
        <a:lstStyle/>
        <a:p>
          <a:endParaRPr lang="en-US"/>
        </a:p>
      </dgm:t>
    </dgm:pt>
    <dgm:pt modelId="{0986F6F1-0583-4658-9A41-5D87F995CEF3}">
      <dgm:prSet custT="1"/>
      <dgm:spPr/>
      <dgm:t>
        <a:bodyPr/>
        <a:lstStyle/>
        <a:p>
          <a:pPr>
            <a:lnSpc>
              <a:spcPct val="100000"/>
            </a:lnSpc>
          </a:pPr>
          <a:r>
            <a:rPr lang="en-US" sz="1600" baseline="0" noProof="0" dirty="0"/>
            <a:t>Enhances base policy to include more trusted applications</a:t>
          </a:r>
          <a:endParaRPr lang="en-US" sz="1600" noProof="0" dirty="0"/>
        </a:p>
      </dgm:t>
    </dgm:pt>
    <dgm:pt modelId="{99C22BCA-E5E0-4A6F-94F7-CA7799268AE1}" type="parTrans" cxnId="{DEBA8B39-78F4-4F68-9CF6-A4F72A1C37C3}">
      <dgm:prSet/>
      <dgm:spPr/>
      <dgm:t>
        <a:bodyPr/>
        <a:lstStyle/>
        <a:p>
          <a:endParaRPr lang="en-US"/>
        </a:p>
      </dgm:t>
    </dgm:pt>
    <dgm:pt modelId="{8A494D48-45D6-4B41-B4E5-9A672D7FED7D}" type="sibTrans" cxnId="{DEBA8B39-78F4-4F68-9CF6-A4F72A1C37C3}">
      <dgm:prSet/>
      <dgm:spPr/>
      <dgm:t>
        <a:bodyPr/>
        <a:lstStyle/>
        <a:p>
          <a:endParaRPr lang="en-US"/>
        </a:p>
      </dgm:t>
    </dgm:pt>
    <dgm:pt modelId="{9FE700FF-D9C6-4BF6-A317-C0D94B793C80}">
      <dgm:prSet/>
      <dgm:spPr/>
      <dgm:t>
        <a:bodyPr/>
        <a:lstStyle/>
        <a:p>
          <a:pPr>
            <a:lnSpc>
              <a:spcPct val="100000"/>
            </a:lnSpc>
            <a:defRPr b="1"/>
          </a:pPr>
          <a:r>
            <a:rPr lang="en-US" baseline="0" noProof="0" dirty="0"/>
            <a:t>Multiple Supplementals for One Base Policy</a:t>
          </a:r>
          <a:endParaRPr lang="en-US" noProof="0" dirty="0"/>
        </a:p>
      </dgm:t>
    </dgm:pt>
    <dgm:pt modelId="{9F20259D-C331-435C-ABAB-FAF12C9B7FD6}" type="parTrans" cxnId="{095A8380-ED47-4863-993E-F05896B9CAEF}">
      <dgm:prSet/>
      <dgm:spPr/>
      <dgm:t>
        <a:bodyPr/>
        <a:lstStyle/>
        <a:p>
          <a:endParaRPr lang="en-US"/>
        </a:p>
      </dgm:t>
    </dgm:pt>
    <dgm:pt modelId="{8835EBC4-EB57-461E-A709-B0D394919594}" type="sibTrans" cxnId="{095A8380-ED47-4863-993E-F05896B9CAEF}">
      <dgm:prSet/>
      <dgm:spPr/>
      <dgm:t>
        <a:bodyPr/>
        <a:lstStyle/>
        <a:p>
          <a:endParaRPr lang="en-US"/>
        </a:p>
      </dgm:t>
    </dgm:pt>
    <dgm:pt modelId="{50E5487B-A6CD-4397-A427-AE6EF9576B05}">
      <dgm:prSet custT="1"/>
      <dgm:spPr/>
      <dgm:t>
        <a:bodyPr/>
        <a:lstStyle/>
        <a:p>
          <a:pPr>
            <a:lnSpc>
              <a:spcPct val="100000"/>
            </a:lnSpc>
          </a:pPr>
          <a:r>
            <a:rPr lang="en-US" sz="1600" baseline="0" noProof="0" dirty="0"/>
            <a:t>Allows various apps for different teams</a:t>
          </a:r>
          <a:endParaRPr lang="en-US" sz="1600" noProof="0" dirty="0"/>
        </a:p>
      </dgm:t>
    </dgm:pt>
    <dgm:pt modelId="{B6699F73-97F8-4A87-AA86-DB88E47E9B8C}" type="parTrans" cxnId="{9F24776F-549A-42C5-AE93-5E837CE05700}">
      <dgm:prSet/>
      <dgm:spPr/>
      <dgm:t>
        <a:bodyPr/>
        <a:lstStyle/>
        <a:p>
          <a:endParaRPr lang="en-US"/>
        </a:p>
      </dgm:t>
    </dgm:pt>
    <dgm:pt modelId="{01CDEE37-82B1-412D-9497-3C4F5F2B85C9}" type="sibTrans" cxnId="{9F24776F-549A-42C5-AE93-5E837CE05700}">
      <dgm:prSet/>
      <dgm:spPr/>
      <dgm:t>
        <a:bodyPr/>
        <a:lstStyle/>
        <a:p>
          <a:endParaRPr lang="en-US"/>
        </a:p>
      </dgm:t>
    </dgm:pt>
    <dgm:pt modelId="{6E266784-4CA8-4008-AE4E-3BC85D9D3444}" type="pres">
      <dgm:prSet presAssocID="{4418146B-1F7C-43FF-9DC8-936680072FA7}" presName="root" presStyleCnt="0">
        <dgm:presLayoutVars>
          <dgm:dir/>
          <dgm:resizeHandles val="exact"/>
        </dgm:presLayoutVars>
      </dgm:prSet>
      <dgm:spPr/>
    </dgm:pt>
    <dgm:pt modelId="{7A8E9F62-DA7A-469F-9D1E-2A046B72028D}" type="pres">
      <dgm:prSet presAssocID="{C00C9C10-334E-4CAF-A0F2-B8E219073A34}" presName="compNode" presStyleCnt="0"/>
      <dgm:spPr/>
    </dgm:pt>
    <dgm:pt modelId="{FE2B3A8B-C6D0-44A1-A075-FEB2A16886A4}" type="pres">
      <dgm:prSet presAssocID="{C00C9C10-334E-4CAF-A0F2-B8E219073A3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pt>
    <dgm:pt modelId="{1EE92D41-C87A-463F-A33B-C78E36586720}" type="pres">
      <dgm:prSet presAssocID="{C00C9C10-334E-4CAF-A0F2-B8E219073A34}" presName="iconSpace" presStyleCnt="0"/>
      <dgm:spPr/>
    </dgm:pt>
    <dgm:pt modelId="{F3508080-64D1-4218-A7B7-897081321180}" type="pres">
      <dgm:prSet presAssocID="{C00C9C10-334E-4CAF-A0F2-B8E219073A34}" presName="parTx" presStyleLbl="revTx" presStyleIdx="0" presStyleCnt="4">
        <dgm:presLayoutVars>
          <dgm:chMax val="0"/>
          <dgm:chPref val="0"/>
        </dgm:presLayoutVars>
      </dgm:prSet>
      <dgm:spPr/>
    </dgm:pt>
    <dgm:pt modelId="{DBAD943C-0B44-44D0-8225-51EB5FFC4D39}" type="pres">
      <dgm:prSet presAssocID="{C00C9C10-334E-4CAF-A0F2-B8E219073A34}" presName="txSpace" presStyleCnt="0"/>
      <dgm:spPr/>
    </dgm:pt>
    <dgm:pt modelId="{88CEBA48-F5FB-4688-9627-9ED7569BAB0D}" type="pres">
      <dgm:prSet presAssocID="{C00C9C10-334E-4CAF-A0F2-B8E219073A34}" presName="desTx" presStyleLbl="revTx" presStyleIdx="1" presStyleCnt="4">
        <dgm:presLayoutVars/>
      </dgm:prSet>
      <dgm:spPr/>
    </dgm:pt>
    <dgm:pt modelId="{0FC0ADBC-D20F-4057-95DD-F33EB3D7234A}" type="pres">
      <dgm:prSet presAssocID="{89348A54-A3CE-4267-B69C-5F113F857EF8}" presName="sibTrans" presStyleCnt="0"/>
      <dgm:spPr/>
    </dgm:pt>
    <dgm:pt modelId="{649FFC6D-60C8-434E-B1A7-0D54F8EADF77}" type="pres">
      <dgm:prSet presAssocID="{9FE700FF-D9C6-4BF6-A317-C0D94B793C80}" presName="compNode" presStyleCnt="0"/>
      <dgm:spPr/>
    </dgm:pt>
    <dgm:pt modelId="{4B318F80-9E77-4FA7-B063-76A697910DB1}" type="pres">
      <dgm:prSet presAssocID="{9FE700FF-D9C6-4BF6-A317-C0D94B793C8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pt>
    <dgm:pt modelId="{0CFD57BB-A637-419C-8FCB-E4125366586C}" type="pres">
      <dgm:prSet presAssocID="{9FE700FF-D9C6-4BF6-A317-C0D94B793C80}" presName="iconSpace" presStyleCnt="0"/>
      <dgm:spPr/>
    </dgm:pt>
    <dgm:pt modelId="{DDCE4B7A-CCF2-4600-A1CA-FDAD79E0959E}" type="pres">
      <dgm:prSet presAssocID="{9FE700FF-D9C6-4BF6-A317-C0D94B793C80}" presName="parTx" presStyleLbl="revTx" presStyleIdx="2" presStyleCnt="4">
        <dgm:presLayoutVars>
          <dgm:chMax val="0"/>
          <dgm:chPref val="0"/>
        </dgm:presLayoutVars>
      </dgm:prSet>
      <dgm:spPr/>
    </dgm:pt>
    <dgm:pt modelId="{976DF0FD-DBF9-4CD8-A758-43F81C3CA096}" type="pres">
      <dgm:prSet presAssocID="{9FE700FF-D9C6-4BF6-A317-C0D94B793C80}" presName="txSpace" presStyleCnt="0"/>
      <dgm:spPr/>
    </dgm:pt>
    <dgm:pt modelId="{4630A355-993C-4B66-85A3-A750702F7558}" type="pres">
      <dgm:prSet presAssocID="{9FE700FF-D9C6-4BF6-A317-C0D94B793C80}" presName="desTx" presStyleLbl="revTx" presStyleIdx="3" presStyleCnt="4">
        <dgm:presLayoutVars/>
      </dgm:prSet>
      <dgm:spPr/>
    </dgm:pt>
  </dgm:ptLst>
  <dgm:cxnLst>
    <dgm:cxn modelId="{3D637621-DCF1-4593-8ABF-1F22B08D7460}" srcId="{4418146B-1F7C-43FF-9DC8-936680072FA7}" destId="{C00C9C10-334E-4CAF-A0F2-B8E219073A34}" srcOrd="0" destOrd="0" parTransId="{DC6522BB-C151-4DDE-A81E-AA2C10BFE088}" sibTransId="{89348A54-A3CE-4267-B69C-5F113F857EF8}"/>
    <dgm:cxn modelId="{DEBA8B39-78F4-4F68-9CF6-A4F72A1C37C3}" srcId="{C00C9C10-334E-4CAF-A0F2-B8E219073A34}" destId="{0986F6F1-0583-4658-9A41-5D87F995CEF3}" srcOrd="0" destOrd="0" parTransId="{99C22BCA-E5E0-4A6F-94F7-CA7799268AE1}" sibTransId="{8A494D48-45D6-4B41-B4E5-9A672D7FED7D}"/>
    <dgm:cxn modelId="{5041B540-33D1-4D7C-B47A-2258D8A3B3D4}" type="presOf" srcId="{50E5487B-A6CD-4397-A427-AE6EF9576B05}" destId="{4630A355-993C-4B66-85A3-A750702F7558}" srcOrd="0" destOrd="0" presId="urn:microsoft.com/office/officeart/2018/5/layout/CenteredIconLabelDescriptionList"/>
    <dgm:cxn modelId="{9F24776F-549A-42C5-AE93-5E837CE05700}" srcId="{9FE700FF-D9C6-4BF6-A317-C0D94B793C80}" destId="{50E5487B-A6CD-4397-A427-AE6EF9576B05}" srcOrd="0" destOrd="0" parTransId="{B6699F73-97F8-4A87-AA86-DB88E47E9B8C}" sibTransId="{01CDEE37-82B1-412D-9497-3C4F5F2B85C9}"/>
    <dgm:cxn modelId="{2E02C557-04CE-4B73-9DF3-08CF9E9EADDF}" type="presOf" srcId="{4418146B-1F7C-43FF-9DC8-936680072FA7}" destId="{6E266784-4CA8-4008-AE4E-3BC85D9D3444}" srcOrd="0" destOrd="0" presId="urn:microsoft.com/office/officeart/2018/5/layout/CenteredIconLabelDescriptionList"/>
    <dgm:cxn modelId="{095A8380-ED47-4863-993E-F05896B9CAEF}" srcId="{4418146B-1F7C-43FF-9DC8-936680072FA7}" destId="{9FE700FF-D9C6-4BF6-A317-C0D94B793C80}" srcOrd="1" destOrd="0" parTransId="{9F20259D-C331-435C-ABAB-FAF12C9B7FD6}" sibTransId="{8835EBC4-EB57-461E-A709-B0D394919594}"/>
    <dgm:cxn modelId="{F10891AC-65E4-4E1E-A4B4-0AB2EAD5DE9A}" type="presOf" srcId="{C00C9C10-334E-4CAF-A0F2-B8E219073A34}" destId="{F3508080-64D1-4218-A7B7-897081321180}" srcOrd="0" destOrd="0" presId="urn:microsoft.com/office/officeart/2018/5/layout/CenteredIconLabelDescriptionList"/>
    <dgm:cxn modelId="{2A2019EF-4F6D-4E6E-831B-6B2C78E3925C}" type="presOf" srcId="{0986F6F1-0583-4658-9A41-5D87F995CEF3}" destId="{88CEBA48-F5FB-4688-9627-9ED7569BAB0D}" srcOrd="0" destOrd="0" presId="urn:microsoft.com/office/officeart/2018/5/layout/CenteredIconLabelDescriptionList"/>
    <dgm:cxn modelId="{F784F8F8-4D01-44B2-A564-64600F43D28E}" type="presOf" srcId="{9FE700FF-D9C6-4BF6-A317-C0D94B793C80}" destId="{DDCE4B7A-CCF2-4600-A1CA-FDAD79E0959E}" srcOrd="0" destOrd="0" presId="urn:microsoft.com/office/officeart/2018/5/layout/CenteredIconLabelDescriptionList"/>
    <dgm:cxn modelId="{A23FAB28-5962-4E2C-B137-9DCD0590838B}" type="presParOf" srcId="{6E266784-4CA8-4008-AE4E-3BC85D9D3444}" destId="{7A8E9F62-DA7A-469F-9D1E-2A046B72028D}" srcOrd="0" destOrd="0" presId="urn:microsoft.com/office/officeart/2018/5/layout/CenteredIconLabelDescriptionList"/>
    <dgm:cxn modelId="{AD4BA91D-2AB9-46E7-AEE0-2E28DF4BADCA}" type="presParOf" srcId="{7A8E9F62-DA7A-469F-9D1E-2A046B72028D}" destId="{FE2B3A8B-C6D0-44A1-A075-FEB2A16886A4}" srcOrd="0" destOrd="0" presId="urn:microsoft.com/office/officeart/2018/5/layout/CenteredIconLabelDescriptionList"/>
    <dgm:cxn modelId="{C9581737-B6CB-4966-AF58-03F819976DBA}" type="presParOf" srcId="{7A8E9F62-DA7A-469F-9D1E-2A046B72028D}" destId="{1EE92D41-C87A-463F-A33B-C78E36586720}" srcOrd="1" destOrd="0" presId="urn:microsoft.com/office/officeart/2018/5/layout/CenteredIconLabelDescriptionList"/>
    <dgm:cxn modelId="{B6E10128-8529-400A-A6A8-304370A7C845}" type="presParOf" srcId="{7A8E9F62-DA7A-469F-9D1E-2A046B72028D}" destId="{F3508080-64D1-4218-A7B7-897081321180}" srcOrd="2" destOrd="0" presId="urn:microsoft.com/office/officeart/2018/5/layout/CenteredIconLabelDescriptionList"/>
    <dgm:cxn modelId="{3C36C712-28DC-43D0-BDBE-2E5C75CC67C7}" type="presParOf" srcId="{7A8E9F62-DA7A-469F-9D1E-2A046B72028D}" destId="{DBAD943C-0B44-44D0-8225-51EB5FFC4D39}" srcOrd="3" destOrd="0" presId="urn:microsoft.com/office/officeart/2018/5/layout/CenteredIconLabelDescriptionList"/>
    <dgm:cxn modelId="{E6294F1D-8FF0-4795-94D9-EB2F604B9DDA}" type="presParOf" srcId="{7A8E9F62-DA7A-469F-9D1E-2A046B72028D}" destId="{88CEBA48-F5FB-4688-9627-9ED7569BAB0D}" srcOrd="4" destOrd="0" presId="urn:microsoft.com/office/officeart/2018/5/layout/CenteredIconLabelDescriptionList"/>
    <dgm:cxn modelId="{249414B1-CE67-4F46-B0CB-FD08760943DB}" type="presParOf" srcId="{6E266784-4CA8-4008-AE4E-3BC85D9D3444}" destId="{0FC0ADBC-D20F-4057-95DD-F33EB3D7234A}" srcOrd="1" destOrd="0" presId="urn:microsoft.com/office/officeart/2018/5/layout/CenteredIconLabelDescriptionList"/>
    <dgm:cxn modelId="{3A389118-385A-4681-9051-AFE5B676FC23}" type="presParOf" srcId="{6E266784-4CA8-4008-AE4E-3BC85D9D3444}" destId="{649FFC6D-60C8-434E-B1A7-0D54F8EADF77}" srcOrd="2" destOrd="0" presId="urn:microsoft.com/office/officeart/2018/5/layout/CenteredIconLabelDescriptionList"/>
    <dgm:cxn modelId="{A1D9C6D6-1B25-42E7-9859-8CC168013E3E}" type="presParOf" srcId="{649FFC6D-60C8-434E-B1A7-0D54F8EADF77}" destId="{4B318F80-9E77-4FA7-B063-76A697910DB1}" srcOrd="0" destOrd="0" presId="urn:microsoft.com/office/officeart/2018/5/layout/CenteredIconLabelDescriptionList"/>
    <dgm:cxn modelId="{105E30EB-8423-45A0-A24E-618EA924834E}" type="presParOf" srcId="{649FFC6D-60C8-434E-B1A7-0D54F8EADF77}" destId="{0CFD57BB-A637-419C-8FCB-E4125366586C}" srcOrd="1" destOrd="0" presId="urn:microsoft.com/office/officeart/2018/5/layout/CenteredIconLabelDescriptionList"/>
    <dgm:cxn modelId="{AC1BDC7B-B0E3-479B-B16E-D1E512FD4C37}" type="presParOf" srcId="{649FFC6D-60C8-434E-B1A7-0D54F8EADF77}" destId="{DDCE4B7A-CCF2-4600-A1CA-FDAD79E0959E}" srcOrd="2" destOrd="0" presId="urn:microsoft.com/office/officeart/2018/5/layout/CenteredIconLabelDescriptionList"/>
    <dgm:cxn modelId="{77B65CE1-1784-4A6F-9F6B-19AE419ABF67}" type="presParOf" srcId="{649FFC6D-60C8-434E-B1A7-0D54F8EADF77}" destId="{976DF0FD-DBF9-4CD8-A758-43F81C3CA096}" srcOrd="3" destOrd="0" presId="urn:microsoft.com/office/officeart/2018/5/layout/CenteredIconLabelDescriptionList"/>
    <dgm:cxn modelId="{669FC871-4B8D-4DA4-88FA-949381618081}" type="presParOf" srcId="{649FFC6D-60C8-434E-B1A7-0D54F8EADF77}" destId="{4630A355-993C-4B66-85A3-A750702F7558}" srcOrd="4" destOrd="0" presId="urn:microsoft.com/office/officeart/2018/5/layout/CenteredIconLabelDescriptionList"/>
  </dgm:cxnLst>
  <dgm:bg>
    <a:noFill/>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40AFB5B-03BA-4F9D-93D1-3571D7484DB3}" type="doc">
      <dgm:prSet loTypeId="urn:microsoft.com/office/officeart/2005/8/layout/vProcess5" loCatId="process" qsTypeId="urn:microsoft.com/office/officeart/2005/8/quickstyle/simple1" qsCatId="simple" csTypeId="urn:microsoft.com/office/officeart/2005/8/colors/accent0_3" csCatId="mainScheme" phldr="1"/>
      <dgm:spPr/>
      <dgm:t>
        <a:bodyPr/>
        <a:lstStyle/>
        <a:p>
          <a:endParaRPr lang="en-US"/>
        </a:p>
      </dgm:t>
    </dgm:pt>
    <dgm:pt modelId="{BE17DE83-4596-49F5-BA1F-AD6F1A8F5E72}">
      <dgm:prSet/>
      <dgm:spPr/>
      <dgm:t>
        <a:bodyPr/>
        <a:lstStyle/>
        <a:p>
          <a:r>
            <a:rPr lang="en-US" dirty="0"/>
            <a:t>Deploy Managed Installer first so that apps can start getting the Managed Installer tag. </a:t>
          </a:r>
        </a:p>
        <a:p>
          <a:r>
            <a:rPr lang="en-US" dirty="0"/>
            <a:t>That way, if later you are ready to deploy App Control policy, you can use “Trust apps from managed installer” rule without having to redeploy apps.</a:t>
          </a:r>
        </a:p>
      </dgm:t>
    </dgm:pt>
    <dgm:pt modelId="{F2EFE15E-848F-434F-A261-7EF92BB71066}" type="parTrans" cxnId="{BBFF1592-0B5D-4442-8DCF-7FED0AB2CD4E}">
      <dgm:prSet/>
      <dgm:spPr/>
      <dgm:t>
        <a:bodyPr/>
        <a:lstStyle/>
        <a:p>
          <a:endParaRPr lang="en-US"/>
        </a:p>
      </dgm:t>
    </dgm:pt>
    <dgm:pt modelId="{44F4B682-05A5-49DC-9A18-14CEB8870209}" type="sibTrans" cxnId="{BBFF1592-0B5D-4442-8DCF-7FED0AB2CD4E}">
      <dgm:prSet phldrT="1" phldr="0"/>
      <dgm:spPr/>
      <dgm:t>
        <a:bodyPr/>
        <a:lstStyle/>
        <a:p>
          <a:r>
            <a:rPr lang="en-US"/>
            <a:t>1</a:t>
          </a:r>
        </a:p>
      </dgm:t>
    </dgm:pt>
    <dgm:pt modelId="{FF0218AE-FFCA-4850-8C33-C9B1B0A95637}">
      <dgm:prSet/>
      <dgm:spPr/>
      <dgm:t>
        <a:bodyPr/>
        <a:lstStyle/>
        <a:p>
          <a:r>
            <a:rPr lang="en-US" dirty="0"/>
            <a:t>When the admin completes opt-in for a tenant, ensure caching time has passed. </a:t>
          </a:r>
        </a:p>
        <a:p>
          <a:r>
            <a:rPr lang="en-US" b="1" dirty="0"/>
            <a:t>Any change to add and remove the AppLocker policy could take up to an hour to be effective on the device.</a:t>
          </a:r>
        </a:p>
      </dgm:t>
    </dgm:pt>
    <dgm:pt modelId="{5A38B837-75B1-4E1A-8496-363E76B018EF}" type="parTrans" cxnId="{72B47289-CD58-4ED3-B423-F1DEE46CD2DB}">
      <dgm:prSet/>
      <dgm:spPr/>
      <dgm:t>
        <a:bodyPr/>
        <a:lstStyle/>
        <a:p>
          <a:endParaRPr lang="en-US"/>
        </a:p>
      </dgm:t>
    </dgm:pt>
    <dgm:pt modelId="{C1B2E3F6-8F0C-4C01-BB80-2BF5DCC2F678}" type="sibTrans" cxnId="{72B47289-CD58-4ED3-B423-F1DEE46CD2DB}">
      <dgm:prSet phldrT="2" phldr="0"/>
      <dgm:spPr/>
      <dgm:t>
        <a:bodyPr/>
        <a:lstStyle/>
        <a:p>
          <a:r>
            <a:rPr lang="en-US"/>
            <a:t>2</a:t>
          </a:r>
        </a:p>
      </dgm:t>
    </dgm:pt>
    <dgm:pt modelId="{6758CA75-F84B-4764-94A2-4DEFCD2B8FA8}">
      <dgm:prSet/>
      <dgm:spPr/>
      <dgm:t>
        <a:bodyPr/>
        <a:lstStyle/>
        <a:p>
          <a:r>
            <a:rPr lang="en-US"/>
            <a:t>In terms of App Control policy, use audit mode first and then switch to enforce mode. </a:t>
          </a:r>
          <a:br>
            <a:rPr lang="en-US"/>
          </a:br>
          <a:r>
            <a:rPr lang="en-US"/>
            <a:t>- Audit mode will allow you to monitor the app behavior and block events without affecting the end user experience. </a:t>
          </a:r>
          <a:br>
            <a:rPr lang="en-US"/>
          </a:br>
          <a:r>
            <a:rPr lang="en-US"/>
            <a:t>- Enforce mode will enforce the app allow list and block any apps that are not allowed.</a:t>
          </a:r>
        </a:p>
      </dgm:t>
    </dgm:pt>
    <dgm:pt modelId="{D45B2618-6312-4EF4-BB67-3D790B7267EF}" type="parTrans" cxnId="{10868E8A-D89A-450F-B3C5-5572068DDE68}">
      <dgm:prSet/>
      <dgm:spPr/>
      <dgm:t>
        <a:bodyPr/>
        <a:lstStyle/>
        <a:p>
          <a:endParaRPr lang="en-US"/>
        </a:p>
      </dgm:t>
    </dgm:pt>
    <dgm:pt modelId="{DC37C800-BF64-4F77-BC16-95D8AE0C37E6}" type="sibTrans" cxnId="{10868E8A-D89A-450F-B3C5-5572068DDE68}">
      <dgm:prSet phldrT="3" phldr="0"/>
      <dgm:spPr/>
      <dgm:t>
        <a:bodyPr/>
        <a:lstStyle/>
        <a:p>
          <a:r>
            <a:rPr lang="en-US"/>
            <a:t>3</a:t>
          </a:r>
        </a:p>
      </dgm:t>
    </dgm:pt>
    <dgm:pt modelId="{018D8CC6-A7B0-45DB-9588-95353E122ABF}">
      <dgm:prSet/>
      <dgm:spPr/>
      <dgm:t>
        <a:bodyPr/>
        <a:lstStyle/>
        <a:p>
          <a:r>
            <a:rPr lang="en-US"/>
            <a:t>Intune just helps facilitate the App Control policy deployment and reporting. The actual app behavior and block events are handled by Windows and Defender. </a:t>
          </a:r>
        </a:p>
        <a:p>
          <a:r>
            <a:rPr lang="en-US"/>
            <a:t>Therefore, it is important to understand the App Control for Business feature and how it works with AppLocker and Managed Installer.</a:t>
          </a:r>
          <a:endParaRPr lang="en-US" dirty="0"/>
        </a:p>
      </dgm:t>
    </dgm:pt>
    <dgm:pt modelId="{1377EBE0-9135-4F81-BCE8-3E993E68B6F8}" type="parTrans" cxnId="{B1082244-514B-4C75-9271-99E0EE78179C}">
      <dgm:prSet/>
      <dgm:spPr/>
      <dgm:t>
        <a:bodyPr/>
        <a:lstStyle/>
        <a:p>
          <a:endParaRPr lang="en-US"/>
        </a:p>
      </dgm:t>
    </dgm:pt>
    <dgm:pt modelId="{60723AA9-4CC8-4A59-A420-FD84DAFB71C7}" type="sibTrans" cxnId="{B1082244-514B-4C75-9271-99E0EE78179C}">
      <dgm:prSet phldrT="4" phldr="0"/>
      <dgm:spPr/>
      <dgm:t>
        <a:bodyPr/>
        <a:lstStyle/>
        <a:p>
          <a:endParaRPr lang="en-US"/>
        </a:p>
      </dgm:t>
    </dgm:pt>
    <dgm:pt modelId="{605BC924-C355-44F0-9E97-B1A4E4BBA34C}" type="pres">
      <dgm:prSet presAssocID="{E40AFB5B-03BA-4F9D-93D1-3571D7484DB3}" presName="outerComposite" presStyleCnt="0">
        <dgm:presLayoutVars>
          <dgm:chMax val="5"/>
          <dgm:dir/>
          <dgm:resizeHandles val="exact"/>
        </dgm:presLayoutVars>
      </dgm:prSet>
      <dgm:spPr/>
    </dgm:pt>
    <dgm:pt modelId="{E2F24962-6548-4788-A9E1-EAAF40D5C9C4}" type="pres">
      <dgm:prSet presAssocID="{E40AFB5B-03BA-4F9D-93D1-3571D7484DB3}" presName="dummyMaxCanvas" presStyleCnt="0">
        <dgm:presLayoutVars/>
      </dgm:prSet>
      <dgm:spPr/>
    </dgm:pt>
    <dgm:pt modelId="{C11D6C58-8ECF-4ACD-8F37-1351EBFF7B98}" type="pres">
      <dgm:prSet presAssocID="{E40AFB5B-03BA-4F9D-93D1-3571D7484DB3}" presName="FourNodes_1" presStyleLbl="node1" presStyleIdx="0" presStyleCnt="4">
        <dgm:presLayoutVars>
          <dgm:bulletEnabled val="1"/>
        </dgm:presLayoutVars>
      </dgm:prSet>
      <dgm:spPr/>
    </dgm:pt>
    <dgm:pt modelId="{BE2AD6A7-DDE3-46A6-BC6D-BED48228FE08}" type="pres">
      <dgm:prSet presAssocID="{E40AFB5B-03BA-4F9D-93D1-3571D7484DB3}" presName="FourNodes_2" presStyleLbl="node1" presStyleIdx="1" presStyleCnt="4">
        <dgm:presLayoutVars>
          <dgm:bulletEnabled val="1"/>
        </dgm:presLayoutVars>
      </dgm:prSet>
      <dgm:spPr/>
    </dgm:pt>
    <dgm:pt modelId="{C93A9DB6-22D7-4019-AAFC-BF99DD59088E}" type="pres">
      <dgm:prSet presAssocID="{E40AFB5B-03BA-4F9D-93D1-3571D7484DB3}" presName="FourNodes_3" presStyleLbl="node1" presStyleIdx="2" presStyleCnt="4">
        <dgm:presLayoutVars>
          <dgm:bulletEnabled val="1"/>
        </dgm:presLayoutVars>
      </dgm:prSet>
      <dgm:spPr/>
    </dgm:pt>
    <dgm:pt modelId="{6EA5F75D-FCDA-4928-97C5-C8531E38F6EE}" type="pres">
      <dgm:prSet presAssocID="{E40AFB5B-03BA-4F9D-93D1-3571D7484DB3}" presName="FourNodes_4" presStyleLbl="node1" presStyleIdx="3" presStyleCnt="4">
        <dgm:presLayoutVars>
          <dgm:bulletEnabled val="1"/>
        </dgm:presLayoutVars>
      </dgm:prSet>
      <dgm:spPr/>
    </dgm:pt>
    <dgm:pt modelId="{58778220-23A9-4712-815D-CB0982A7BE71}" type="pres">
      <dgm:prSet presAssocID="{E40AFB5B-03BA-4F9D-93D1-3571D7484DB3}" presName="FourConn_1-2" presStyleLbl="fgAccFollowNode1" presStyleIdx="0" presStyleCnt="3">
        <dgm:presLayoutVars>
          <dgm:bulletEnabled val="1"/>
        </dgm:presLayoutVars>
      </dgm:prSet>
      <dgm:spPr/>
    </dgm:pt>
    <dgm:pt modelId="{F84B9863-3F1A-4BFD-913A-36046F973DB4}" type="pres">
      <dgm:prSet presAssocID="{E40AFB5B-03BA-4F9D-93D1-3571D7484DB3}" presName="FourConn_2-3" presStyleLbl="fgAccFollowNode1" presStyleIdx="1" presStyleCnt="3">
        <dgm:presLayoutVars>
          <dgm:bulletEnabled val="1"/>
        </dgm:presLayoutVars>
      </dgm:prSet>
      <dgm:spPr/>
    </dgm:pt>
    <dgm:pt modelId="{A3832F0D-B628-43A3-B577-532370DD46C1}" type="pres">
      <dgm:prSet presAssocID="{E40AFB5B-03BA-4F9D-93D1-3571D7484DB3}" presName="FourConn_3-4" presStyleLbl="fgAccFollowNode1" presStyleIdx="2" presStyleCnt="3">
        <dgm:presLayoutVars>
          <dgm:bulletEnabled val="1"/>
        </dgm:presLayoutVars>
      </dgm:prSet>
      <dgm:spPr/>
    </dgm:pt>
    <dgm:pt modelId="{629F14C9-AD3F-4641-B6BB-C3583E7641FA}" type="pres">
      <dgm:prSet presAssocID="{E40AFB5B-03BA-4F9D-93D1-3571D7484DB3}" presName="FourNodes_1_text" presStyleLbl="node1" presStyleIdx="3" presStyleCnt="4">
        <dgm:presLayoutVars>
          <dgm:bulletEnabled val="1"/>
        </dgm:presLayoutVars>
      </dgm:prSet>
      <dgm:spPr/>
    </dgm:pt>
    <dgm:pt modelId="{0E61E067-2469-49BF-AE06-96CEC6EACF13}" type="pres">
      <dgm:prSet presAssocID="{E40AFB5B-03BA-4F9D-93D1-3571D7484DB3}" presName="FourNodes_2_text" presStyleLbl="node1" presStyleIdx="3" presStyleCnt="4">
        <dgm:presLayoutVars>
          <dgm:bulletEnabled val="1"/>
        </dgm:presLayoutVars>
      </dgm:prSet>
      <dgm:spPr/>
    </dgm:pt>
    <dgm:pt modelId="{D600BD46-A58F-41E3-938D-1DFD5C9801F4}" type="pres">
      <dgm:prSet presAssocID="{E40AFB5B-03BA-4F9D-93D1-3571D7484DB3}" presName="FourNodes_3_text" presStyleLbl="node1" presStyleIdx="3" presStyleCnt="4">
        <dgm:presLayoutVars>
          <dgm:bulletEnabled val="1"/>
        </dgm:presLayoutVars>
      </dgm:prSet>
      <dgm:spPr/>
    </dgm:pt>
    <dgm:pt modelId="{524AD1EB-E57A-4ABC-B8F0-852BC7A50F03}" type="pres">
      <dgm:prSet presAssocID="{E40AFB5B-03BA-4F9D-93D1-3571D7484DB3}" presName="FourNodes_4_text" presStyleLbl="node1" presStyleIdx="3" presStyleCnt="4">
        <dgm:presLayoutVars>
          <dgm:bulletEnabled val="1"/>
        </dgm:presLayoutVars>
      </dgm:prSet>
      <dgm:spPr/>
    </dgm:pt>
  </dgm:ptLst>
  <dgm:cxnLst>
    <dgm:cxn modelId="{44DB672F-A5B8-4AF9-AD26-62BB82F8F757}" type="presOf" srcId="{E40AFB5B-03BA-4F9D-93D1-3571D7484DB3}" destId="{605BC924-C355-44F0-9E97-B1A4E4BBA34C}" srcOrd="0" destOrd="0" presId="urn:microsoft.com/office/officeart/2005/8/layout/vProcess5"/>
    <dgm:cxn modelId="{C497A938-7450-42FC-88BA-9C86DDEFA2D1}" type="presOf" srcId="{FF0218AE-FFCA-4850-8C33-C9B1B0A95637}" destId="{BE2AD6A7-DDE3-46A6-BC6D-BED48228FE08}" srcOrd="0" destOrd="0" presId="urn:microsoft.com/office/officeart/2005/8/layout/vProcess5"/>
    <dgm:cxn modelId="{F583FD5E-0E23-4881-974C-5D3A80AC2A07}" type="presOf" srcId="{FF0218AE-FFCA-4850-8C33-C9B1B0A95637}" destId="{0E61E067-2469-49BF-AE06-96CEC6EACF13}" srcOrd="1" destOrd="0" presId="urn:microsoft.com/office/officeart/2005/8/layout/vProcess5"/>
    <dgm:cxn modelId="{B1082244-514B-4C75-9271-99E0EE78179C}" srcId="{E40AFB5B-03BA-4F9D-93D1-3571D7484DB3}" destId="{018D8CC6-A7B0-45DB-9588-95353E122ABF}" srcOrd="3" destOrd="0" parTransId="{1377EBE0-9135-4F81-BCE8-3E993E68B6F8}" sibTransId="{60723AA9-4CC8-4A59-A420-FD84DAFB71C7}"/>
    <dgm:cxn modelId="{948F7B45-C222-4369-9C63-D19631064EA2}" type="presOf" srcId="{018D8CC6-A7B0-45DB-9588-95353E122ABF}" destId="{6EA5F75D-FCDA-4928-97C5-C8531E38F6EE}" srcOrd="0" destOrd="0" presId="urn:microsoft.com/office/officeart/2005/8/layout/vProcess5"/>
    <dgm:cxn modelId="{75D3F048-4D6C-46D1-AB9A-2D7EDD3B1D15}" type="presOf" srcId="{44F4B682-05A5-49DC-9A18-14CEB8870209}" destId="{58778220-23A9-4712-815D-CB0982A7BE71}" srcOrd="0" destOrd="0" presId="urn:microsoft.com/office/officeart/2005/8/layout/vProcess5"/>
    <dgm:cxn modelId="{4AEA6680-F479-4620-A71C-758A8D9C43DC}" type="presOf" srcId="{6758CA75-F84B-4764-94A2-4DEFCD2B8FA8}" destId="{D600BD46-A58F-41E3-938D-1DFD5C9801F4}" srcOrd="1" destOrd="0" presId="urn:microsoft.com/office/officeart/2005/8/layout/vProcess5"/>
    <dgm:cxn modelId="{72B47289-CD58-4ED3-B423-F1DEE46CD2DB}" srcId="{E40AFB5B-03BA-4F9D-93D1-3571D7484DB3}" destId="{FF0218AE-FFCA-4850-8C33-C9B1B0A95637}" srcOrd="1" destOrd="0" parTransId="{5A38B837-75B1-4E1A-8496-363E76B018EF}" sibTransId="{C1B2E3F6-8F0C-4C01-BB80-2BF5DCC2F678}"/>
    <dgm:cxn modelId="{10868E8A-D89A-450F-B3C5-5572068DDE68}" srcId="{E40AFB5B-03BA-4F9D-93D1-3571D7484DB3}" destId="{6758CA75-F84B-4764-94A2-4DEFCD2B8FA8}" srcOrd="2" destOrd="0" parTransId="{D45B2618-6312-4EF4-BB67-3D790B7267EF}" sibTransId="{DC37C800-BF64-4F77-BC16-95D8AE0C37E6}"/>
    <dgm:cxn modelId="{BBFF1592-0B5D-4442-8DCF-7FED0AB2CD4E}" srcId="{E40AFB5B-03BA-4F9D-93D1-3571D7484DB3}" destId="{BE17DE83-4596-49F5-BA1F-AD6F1A8F5E72}" srcOrd="0" destOrd="0" parTransId="{F2EFE15E-848F-434F-A261-7EF92BB71066}" sibTransId="{44F4B682-05A5-49DC-9A18-14CEB8870209}"/>
    <dgm:cxn modelId="{F7CC1097-49F4-41AB-8A00-56259C496151}" type="presOf" srcId="{018D8CC6-A7B0-45DB-9588-95353E122ABF}" destId="{524AD1EB-E57A-4ABC-B8F0-852BC7A50F03}" srcOrd="1" destOrd="0" presId="urn:microsoft.com/office/officeart/2005/8/layout/vProcess5"/>
    <dgm:cxn modelId="{D7B81BAC-75D7-4367-9123-341E21ECD7A7}" type="presOf" srcId="{DC37C800-BF64-4F77-BC16-95D8AE0C37E6}" destId="{A3832F0D-B628-43A3-B577-532370DD46C1}" srcOrd="0" destOrd="0" presId="urn:microsoft.com/office/officeart/2005/8/layout/vProcess5"/>
    <dgm:cxn modelId="{F78E6CB2-0A6F-4A7D-A23C-9D31CE91842A}" type="presOf" srcId="{C1B2E3F6-8F0C-4C01-BB80-2BF5DCC2F678}" destId="{F84B9863-3F1A-4BFD-913A-36046F973DB4}" srcOrd="0" destOrd="0" presId="urn:microsoft.com/office/officeart/2005/8/layout/vProcess5"/>
    <dgm:cxn modelId="{E73E50BC-4B84-4325-A2BD-5E9826F4B3BD}" type="presOf" srcId="{6758CA75-F84B-4764-94A2-4DEFCD2B8FA8}" destId="{C93A9DB6-22D7-4019-AAFC-BF99DD59088E}" srcOrd="0" destOrd="0" presId="urn:microsoft.com/office/officeart/2005/8/layout/vProcess5"/>
    <dgm:cxn modelId="{5CEBC1C7-7B50-4033-8320-3996FCAAC24F}" type="presOf" srcId="{BE17DE83-4596-49F5-BA1F-AD6F1A8F5E72}" destId="{C11D6C58-8ECF-4ACD-8F37-1351EBFF7B98}" srcOrd="0" destOrd="0" presId="urn:microsoft.com/office/officeart/2005/8/layout/vProcess5"/>
    <dgm:cxn modelId="{C20340F5-BBB3-467F-94BB-C12176B68CEE}" type="presOf" srcId="{BE17DE83-4596-49F5-BA1F-AD6F1A8F5E72}" destId="{629F14C9-AD3F-4641-B6BB-C3583E7641FA}" srcOrd="1" destOrd="0" presId="urn:microsoft.com/office/officeart/2005/8/layout/vProcess5"/>
    <dgm:cxn modelId="{35D03C5E-79DA-4AF5-8450-0AB860BD71C0}" type="presParOf" srcId="{605BC924-C355-44F0-9E97-B1A4E4BBA34C}" destId="{E2F24962-6548-4788-A9E1-EAAF40D5C9C4}" srcOrd="0" destOrd="0" presId="urn:microsoft.com/office/officeart/2005/8/layout/vProcess5"/>
    <dgm:cxn modelId="{CD074303-307B-4911-BB35-EFE61D9514C4}" type="presParOf" srcId="{605BC924-C355-44F0-9E97-B1A4E4BBA34C}" destId="{C11D6C58-8ECF-4ACD-8F37-1351EBFF7B98}" srcOrd="1" destOrd="0" presId="urn:microsoft.com/office/officeart/2005/8/layout/vProcess5"/>
    <dgm:cxn modelId="{F9C62BF9-073A-4131-AB72-C7664EBB1C01}" type="presParOf" srcId="{605BC924-C355-44F0-9E97-B1A4E4BBA34C}" destId="{BE2AD6A7-DDE3-46A6-BC6D-BED48228FE08}" srcOrd="2" destOrd="0" presId="urn:microsoft.com/office/officeart/2005/8/layout/vProcess5"/>
    <dgm:cxn modelId="{F3B10A6E-8E97-4CFB-937F-47883C52848B}" type="presParOf" srcId="{605BC924-C355-44F0-9E97-B1A4E4BBA34C}" destId="{C93A9DB6-22D7-4019-AAFC-BF99DD59088E}" srcOrd="3" destOrd="0" presId="urn:microsoft.com/office/officeart/2005/8/layout/vProcess5"/>
    <dgm:cxn modelId="{EC0B9A97-8D48-4353-A45A-05D80786559E}" type="presParOf" srcId="{605BC924-C355-44F0-9E97-B1A4E4BBA34C}" destId="{6EA5F75D-FCDA-4928-97C5-C8531E38F6EE}" srcOrd="4" destOrd="0" presId="urn:microsoft.com/office/officeart/2005/8/layout/vProcess5"/>
    <dgm:cxn modelId="{A043398A-9921-44A5-B406-CDAB851A392C}" type="presParOf" srcId="{605BC924-C355-44F0-9E97-B1A4E4BBA34C}" destId="{58778220-23A9-4712-815D-CB0982A7BE71}" srcOrd="5" destOrd="0" presId="urn:microsoft.com/office/officeart/2005/8/layout/vProcess5"/>
    <dgm:cxn modelId="{CBCBF3C6-6EB3-4E51-B54C-3D8D51FEB617}" type="presParOf" srcId="{605BC924-C355-44F0-9E97-B1A4E4BBA34C}" destId="{F84B9863-3F1A-4BFD-913A-36046F973DB4}" srcOrd="6" destOrd="0" presId="urn:microsoft.com/office/officeart/2005/8/layout/vProcess5"/>
    <dgm:cxn modelId="{7674B647-4DC3-4ED6-9824-FAE4FE394ECA}" type="presParOf" srcId="{605BC924-C355-44F0-9E97-B1A4E4BBA34C}" destId="{A3832F0D-B628-43A3-B577-532370DD46C1}" srcOrd="7" destOrd="0" presId="urn:microsoft.com/office/officeart/2005/8/layout/vProcess5"/>
    <dgm:cxn modelId="{54BB226C-2DE4-4FC5-8C7E-EC2EC91C439B}" type="presParOf" srcId="{605BC924-C355-44F0-9E97-B1A4E4BBA34C}" destId="{629F14C9-AD3F-4641-B6BB-C3583E7641FA}" srcOrd="8" destOrd="0" presId="urn:microsoft.com/office/officeart/2005/8/layout/vProcess5"/>
    <dgm:cxn modelId="{196121C7-D85E-4493-9276-AA2182032668}" type="presParOf" srcId="{605BC924-C355-44F0-9E97-B1A4E4BBA34C}" destId="{0E61E067-2469-49BF-AE06-96CEC6EACF13}" srcOrd="9" destOrd="0" presId="urn:microsoft.com/office/officeart/2005/8/layout/vProcess5"/>
    <dgm:cxn modelId="{C1CC6CCB-91C5-4B54-A713-05C5C62CE67F}" type="presParOf" srcId="{605BC924-C355-44F0-9E97-B1A4E4BBA34C}" destId="{D600BD46-A58F-41E3-938D-1DFD5C9801F4}" srcOrd="10" destOrd="0" presId="urn:microsoft.com/office/officeart/2005/8/layout/vProcess5"/>
    <dgm:cxn modelId="{19B4C15C-7573-4B48-952D-8103CC809762}" type="presParOf" srcId="{605BC924-C355-44F0-9E97-B1A4E4BBA34C}" destId="{524AD1EB-E57A-4ABC-B8F0-852BC7A50F03}"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5B6106D-3DAA-42AF-9024-5C28736C0B98}" type="doc">
      <dgm:prSet loTypeId="urn:microsoft.com/office/officeart/2005/8/layout/default" loCatId="list" qsTypeId="urn:microsoft.com/office/officeart/2005/8/quickstyle/simple2" qsCatId="simple" csTypeId="urn:microsoft.com/office/officeart/2005/8/colors/accent1_2" csCatId="accent1"/>
      <dgm:spPr/>
      <dgm:t>
        <a:bodyPr/>
        <a:lstStyle/>
        <a:p>
          <a:endParaRPr lang="en-US"/>
        </a:p>
      </dgm:t>
    </dgm:pt>
    <dgm:pt modelId="{111A0340-E531-4969-84DF-3D529C7C184E}">
      <dgm:prSet/>
      <dgm:spPr/>
      <dgm:t>
        <a:bodyPr/>
        <a:lstStyle/>
        <a:p>
          <a:r>
            <a:rPr lang="en-US"/>
            <a:t>Disable App Control? </a:t>
          </a:r>
        </a:p>
      </dgm:t>
    </dgm:pt>
    <dgm:pt modelId="{6B903931-69C8-46E8-BB70-1A9A3C763E9B}" type="parTrans" cxnId="{1051CDDC-A0CC-4B1C-A1D1-B5DC3663E813}">
      <dgm:prSet/>
      <dgm:spPr/>
      <dgm:t>
        <a:bodyPr/>
        <a:lstStyle/>
        <a:p>
          <a:endParaRPr lang="en-US"/>
        </a:p>
      </dgm:t>
    </dgm:pt>
    <dgm:pt modelId="{F149813C-8AC9-485E-AC6B-D70728CF7BFD}" type="sibTrans" cxnId="{1051CDDC-A0CC-4B1C-A1D1-B5DC3663E813}">
      <dgm:prSet/>
      <dgm:spPr/>
      <dgm:t>
        <a:bodyPr/>
        <a:lstStyle/>
        <a:p>
          <a:endParaRPr lang="en-US"/>
        </a:p>
      </dgm:t>
    </dgm:pt>
    <dgm:pt modelId="{0E89042B-3395-4BFE-862E-D4D3E859FCCA}">
      <dgm:prSet/>
      <dgm:spPr/>
      <dgm:t>
        <a:bodyPr/>
        <a:lstStyle/>
        <a:p>
          <a:r>
            <a:rPr lang="en-US"/>
            <a:t>Disable EPM? </a:t>
          </a:r>
        </a:p>
      </dgm:t>
    </dgm:pt>
    <dgm:pt modelId="{0393238C-D54A-4A9E-8D31-A3BD6C291314}" type="parTrans" cxnId="{CA6F1C11-D350-41E4-8104-789FE81CD092}">
      <dgm:prSet/>
      <dgm:spPr/>
      <dgm:t>
        <a:bodyPr/>
        <a:lstStyle/>
        <a:p>
          <a:endParaRPr lang="en-US"/>
        </a:p>
      </dgm:t>
    </dgm:pt>
    <dgm:pt modelId="{9838693A-39A1-423A-AE40-0EC0A4F97197}" type="sibTrans" cxnId="{CA6F1C11-D350-41E4-8104-789FE81CD092}">
      <dgm:prSet/>
      <dgm:spPr/>
      <dgm:t>
        <a:bodyPr/>
        <a:lstStyle/>
        <a:p>
          <a:endParaRPr lang="en-US"/>
        </a:p>
      </dgm:t>
    </dgm:pt>
    <dgm:pt modelId="{71F95B27-7CF3-4D71-A107-282CA121BF76}">
      <dgm:prSet/>
      <dgm:spPr/>
      <dgm:t>
        <a:bodyPr/>
        <a:lstStyle/>
        <a:p>
          <a:r>
            <a:rPr lang="en-US"/>
            <a:t>Have the option to add EPM as a Managed Installer in Intune?</a:t>
          </a:r>
        </a:p>
      </dgm:t>
    </dgm:pt>
    <dgm:pt modelId="{0A4ED61F-D992-4C5B-BED7-3F7ED5C5609A}" type="parTrans" cxnId="{DB93A320-FD5C-4193-BFBF-C3AC34303068}">
      <dgm:prSet/>
      <dgm:spPr/>
      <dgm:t>
        <a:bodyPr/>
        <a:lstStyle/>
        <a:p>
          <a:endParaRPr lang="en-US"/>
        </a:p>
      </dgm:t>
    </dgm:pt>
    <dgm:pt modelId="{8733304A-D964-4605-B343-2BCA76A9CDED}" type="sibTrans" cxnId="{DB93A320-FD5C-4193-BFBF-C3AC34303068}">
      <dgm:prSet/>
      <dgm:spPr/>
      <dgm:t>
        <a:bodyPr/>
        <a:lstStyle/>
        <a:p>
          <a:endParaRPr lang="en-US"/>
        </a:p>
      </dgm:t>
    </dgm:pt>
    <dgm:pt modelId="{5479D466-B353-4106-83A4-A94125060803}" type="pres">
      <dgm:prSet presAssocID="{E5B6106D-3DAA-42AF-9024-5C28736C0B98}" presName="diagram" presStyleCnt="0">
        <dgm:presLayoutVars>
          <dgm:dir/>
          <dgm:resizeHandles val="exact"/>
        </dgm:presLayoutVars>
      </dgm:prSet>
      <dgm:spPr/>
    </dgm:pt>
    <dgm:pt modelId="{75D60309-487C-4384-AFDA-4D9668A2A6B0}" type="pres">
      <dgm:prSet presAssocID="{111A0340-E531-4969-84DF-3D529C7C184E}" presName="node" presStyleLbl="node1" presStyleIdx="0" presStyleCnt="3">
        <dgm:presLayoutVars>
          <dgm:bulletEnabled val="1"/>
        </dgm:presLayoutVars>
      </dgm:prSet>
      <dgm:spPr/>
    </dgm:pt>
    <dgm:pt modelId="{C8330B1A-C093-4F0B-8BD9-D94F49441170}" type="pres">
      <dgm:prSet presAssocID="{F149813C-8AC9-485E-AC6B-D70728CF7BFD}" presName="sibTrans" presStyleCnt="0"/>
      <dgm:spPr/>
    </dgm:pt>
    <dgm:pt modelId="{BB95F6F8-1D7A-4EC9-82D7-4D5B09F89DA5}" type="pres">
      <dgm:prSet presAssocID="{0E89042B-3395-4BFE-862E-D4D3E859FCCA}" presName="node" presStyleLbl="node1" presStyleIdx="1" presStyleCnt="3">
        <dgm:presLayoutVars>
          <dgm:bulletEnabled val="1"/>
        </dgm:presLayoutVars>
      </dgm:prSet>
      <dgm:spPr/>
    </dgm:pt>
    <dgm:pt modelId="{9B5112AB-0413-402A-A85B-D1C0517B285F}" type="pres">
      <dgm:prSet presAssocID="{9838693A-39A1-423A-AE40-0EC0A4F97197}" presName="sibTrans" presStyleCnt="0"/>
      <dgm:spPr/>
    </dgm:pt>
    <dgm:pt modelId="{F4BC10E1-5A9D-4D38-80A6-58E6B27D4221}" type="pres">
      <dgm:prSet presAssocID="{71F95B27-7CF3-4D71-A107-282CA121BF76}" presName="node" presStyleLbl="node1" presStyleIdx="2" presStyleCnt="3">
        <dgm:presLayoutVars>
          <dgm:bulletEnabled val="1"/>
        </dgm:presLayoutVars>
      </dgm:prSet>
      <dgm:spPr/>
    </dgm:pt>
  </dgm:ptLst>
  <dgm:cxnLst>
    <dgm:cxn modelId="{CA6F1C11-D350-41E4-8104-789FE81CD092}" srcId="{E5B6106D-3DAA-42AF-9024-5C28736C0B98}" destId="{0E89042B-3395-4BFE-862E-D4D3E859FCCA}" srcOrd="1" destOrd="0" parTransId="{0393238C-D54A-4A9E-8D31-A3BD6C291314}" sibTransId="{9838693A-39A1-423A-AE40-0EC0A4F97197}"/>
    <dgm:cxn modelId="{DB93A320-FD5C-4193-BFBF-C3AC34303068}" srcId="{E5B6106D-3DAA-42AF-9024-5C28736C0B98}" destId="{71F95B27-7CF3-4D71-A107-282CA121BF76}" srcOrd="2" destOrd="0" parTransId="{0A4ED61F-D992-4C5B-BED7-3F7ED5C5609A}" sibTransId="{8733304A-D964-4605-B343-2BCA76A9CDED}"/>
    <dgm:cxn modelId="{AE2E5B35-85F8-40D6-B503-BAF4881409C8}" type="presOf" srcId="{111A0340-E531-4969-84DF-3D529C7C184E}" destId="{75D60309-487C-4384-AFDA-4D9668A2A6B0}" srcOrd="0" destOrd="0" presId="urn:microsoft.com/office/officeart/2005/8/layout/default"/>
    <dgm:cxn modelId="{8CC66E74-0E68-446C-A86F-40A129394041}" type="presOf" srcId="{0E89042B-3395-4BFE-862E-D4D3E859FCCA}" destId="{BB95F6F8-1D7A-4EC9-82D7-4D5B09F89DA5}" srcOrd="0" destOrd="0" presId="urn:microsoft.com/office/officeart/2005/8/layout/default"/>
    <dgm:cxn modelId="{D2185676-F060-4FBA-8A9F-60ED125806F8}" type="presOf" srcId="{E5B6106D-3DAA-42AF-9024-5C28736C0B98}" destId="{5479D466-B353-4106-83A4-A94125060803}" srcOrd="0" destOrd="0" presId="urn:microsoft.com/office/officeart/2005/8/layout/default"/>
    <dgm:cxn modelId="{DABFA382-A161-4FE5-B197-C12A754753ED}" type="presOf" srcId="{71F95B27-7CF3-4D71-A107-282CA121BF76}" destId="{F4BC10E1-5A9D-4D38-80A6-58E6B27D4221}" srcOrd="0" destOrd="0" presId="urn:microsoft.com/office/officeart/2005/8/layout/default"/>
    <dgm:cxn modelId="{1051CDDC-A0CC-4B1C-A1D1-B5DC3663E813}" srcId="{E5B6106D-3DAA-42AF-9024-5C28736C0B98}" destId="{111A0340-E531-4969-84DF-3D529C7C184E}" srcOrd="0" destOrd="0" parTransId="{6B903931-69C8-46E8-BB70-1A9A3C763E9B}" sibTransId="{F149813C-8AC9-485E-AC6B-D70728CF7BFD}"/>
    <dgm:cxn modelId="{B5AB4979-9820-403F-81F5-609C729B4BBD}" type="presParOf" srcId="{5479D466-B353-4106-83A4-A94125060803}" destId="{75D60309-487C-4384-AFDA-4D9668A2A6B0}" srcOrd="0" destOrd="0" presId="urn:microsoft.com/office/officeart/2005/8/layout/default"/>
    <dgm:cxn modelId="{E4098DEC-59E5-48EF-83A5-BE8F53324D13}" type="presParOf" srcId="{5479D466-B353-4106-83A4-A94125060803}" destId="{C8330B1A-C093-4F0B-8BD9-D94F49441170}" srcOrd="1" destOrd="0" presId="urn:microsoft.com/office/officeart/2005/8/layout/default"/>
    <dgm:cxn modelId="{542212BA-73FF-4D70-8AC7-6CA5332F9F60}" type="presParOf" srcId="{5479D466-B353-4106-83A4-A94125060803}" destId="{BB95F6F8-1D7A-4EC9-82D7-4D5B09F89DA5}" srcOrd="2" destOrd="0" presId="urn:microsoft.com/office/officeart/2005/8/layout/default"/>
    <dgm:cxn modelId="{E6B2EBA8-0B11-4A30-8965-DB9DB1BE8478}" type="presParOf" srcId="{5479D466-B353-4106-83A4-A94125060803}" destId="{9B5112AB-0413-402A-A85B-D1C0517B285F}" srcOrd="3" destOrd="0" presId="urn:microsoft.com/office/officeart/2005/8/layout/default"/>
    <dgm:cxn modelId="{8DEB2017-F229-45D1-A87C-09C8DB1D9E1B}" type="presParOf" srcId="{5479D466-B353-4106-83A4-A94125060803}" destId="{F4BC10E1-5A9D-4D38-80A6-58E6B27D4221}"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17A169-FB3A-45D5-B306-DCF0025A77E2}">
      <dsp:nvSpPr>
        <dsp:cNvPr id="0" name=""/>
        <dsp:cNvSpPr/>
      </dsp:nvSpPr>
      <dsp:spPr>
        <a:xfrm>
          <a:off x="0" y="531"/>
          <a:ext cx="10515600" cy="1242935"/>
        </a:xfrm>
        <a:prstGeom prst="roundRect">
          <a:avLst>
            <a:gd name="adj" fmla="val 10000"/>
          </a:avLst>
        </a:prstGeom>
        <a:solidFill>
          <a:schemeClr val="accent1">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111F79-3FB8-4A50-A253-962C3D306FA8}">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D49EA2-6FE3-491E-982B-C70BA26044DF}">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Windows Defender Application Control (WDAC) is now known as App Control for Business</a:t>
          </a:r>
        </a:p>
      </dsp:txBody>
      <dsp:txXfrm>
        <a:off x="1435590" y="531"/>
        <a:ext cx="9080009" cy="1242935"/>
      </dsp:txXfrm>
    </dsp:sp>
    <dsp:sp modelId="{BB12723F-052E-41F2-93D5-2A6AB49E2FB4}">
      <dsp:nvSpPr>
        <dsp:cNvPr id="0" name=""/>
        <dsp:cNvSpPr/>
      </dsp:nvSpPr>
      <dsp:spPr>
        <a:xfrm>
          <a:off x="0" y="1554201"/>
          <a:ext cx="10515600" cy="1242935"/>
        </a:xfrm>
        <a:prstGeom prst="roundRect">
          <a:avLst>
            <a:gd name="adj" fmla="val 10000"/>
          </a:avLst>
        </a:prstGeom>
        <a:solidFill>
          <a:schemeClr val="accent1">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0282AC-1203-4CB8-B94C-794B7CBFA3AC}">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7D98A7-23D8-4208-95B0-DA5C6C762466}">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Face the challenges of malicious files</a:t>
          </a:r>
        </a:p>
      </dsp:txBody>
      <dsp:txXfrm>
        <a:off x="1435590" y="1554201"/>
        <a:ext cx="9080009" cy="1242935"/>
      </dsp:txXfrm>
    </dsp:sp>
    <dsp:sp modelId="{3A8CE96D-2DB0-4C45-8D08-B825E9C2859C}">
      <dsp:nvSpPr>
        <dsp:cNvPr id="0" name=""/>
        <dsp:cNvSpPr/>
      </dsp:nvSpPr>
      <dsp:spPr>
        <a:xfrm>
          <a:off x="0" y="3107870"/>
          <a:ext cx="10515600" cy="1242935"/>
        </a:xfrm>
        <a:prstGeom prst="roundRect">
          <a:avLst>
            <a:gd name="adj" fmla="val 10000"/>
          </a:avLst>
        </a:prstGeom>
        <a:solidFill>
          <a:schemeClr val="accent1">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A46BC6-C6AC-4798-967D-38E6F2EF2890}">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08B23C-F191-45A5-840F-FCC2E4FB5DB9}">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Designed to manage and prevent undesired apps</a:t>
          </a:r>
        </a:p>
      </dsp:txBody>
      <dsp:txXfrm>
        <a:off x="1435590" y="3107870"/>
        <a:ext cx="9080009"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E8815B-AB57-4DA6-8E45-D2336AABA02E}">
      <dsp:nvSpPr>
        <dsp:cNvPr id="0" name=""/>
        <dsp:cNvSpPr/>
      </dsp:nvSpPr>
      <dsp:spPr>
        <a:xfrm>
          <a:off x="0" y="707092"/>
          <a:ext cx="10515600" cy="1305401"/>
        </a:xfrm>
        <a:prstGeom prst="roundRect">
          <a:avLst>
            <a:gd name="adj" fmla="val 10000"/>
          </a:avLst>
        </a:prstGeom>
        <a:solidFill>
          <a:schemeClr val="accent1">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7BD73F-EB32-4B54-A266-D2F4385AA853}">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6E94D2-815C-4E51-8894-592C00FE32D8}">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en-US" sz="2500" kern="1200" dirty="0"/>
            <a:t>Uses the Windows </a:t>
          </a:r>
          <a:r>
            <a:rPr lang="en-US" sz="2500" b="1" kern="1200" dirty="0"/>
            <a:t>Application Control CSP </a:t>
          </a:r>
          <a:r>
            <a:rPr lang="en-US" sz="2500" kern="1200" dirty="0"/>
            <a:t>to manage which apps are allowed to run on Windows devices.</a:t>
          </a:r>
        </a:p>
      </dsp:txBody>
      <dsp:txXfrm>
        <a:off x="1507738" y="707092"/>
        <a:ext cx="9007861" cy="1305401"/>
      </dsp:txXfrm>
    </dsp:sp>
    <dsp:sp modelId="{741B32C9-296E-4177-B65D-5530CFF26267}">
      <dsp:nvSpPr>
        <dsp:cNvPr id="0" name=""/>
        <dsp:cNvSpPr/>
      </dsp:nvSpPr>
      <dsp:spPr>
        <a:xfrm>
          <a:off x="0" y="2338844"/>
          <a:ext cx="10515600" cy="1305401"/>
        </a:xfrm>
        <a:prstGeom prst="roundRect">
          <a:avLst>
            <a:gd name="adj" fmla="val 10000"/>
          </a:avLst>
        </a:prstGeom>
        <a:solidFill>
          <a:schemeClr val="accent1">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7CA0C7-DBF9-4FAE-BD7B-82350079D79D}">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2D1B5D-5A87-472D-8D21-457DA5A0A635}">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en-US" sz="2500" kern="1200" dirty="0"/>
            <a:t>Leverages the Managed Installer to ensure only trusted applications can run on your Windows devices</a:t>
          </a:r>
        </a:p>
      </dsp:txBody>
      <dsp:txXfrm>
        <a:off x="1507738" y="2338844"/>
        <a:ext cx="9007861" cy="13054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2B3A8B-C6D0-44A1-A075-FEB2A16886A4}">
      <dsp:nvSpPr>
        <dsp:cNvPr id="0" name=""/>
        <dsp:cNvSpPr/>
      </dsp:nvSpPr>
      <dsp:spPr>
        <a:xfrm>
          <a:off x="1963800" y="756809"/>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508080-64D1-4218-A7B7-897081321180}">
      <dsp:nvSpPr>
        <dsp:cNvPr id="0" name=""/>
        <dsp:cNvSpPr/>
      </dsp:nvSpPr>
      <dsp:spPr>
        <a:xfrm>
          <a:off x="559800" y="239083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a:pPr>
          <a:r>
            <a:rPr lang="en-US" sz="2000" kern="1200" baseline="0" noProof="0" dirty="0"/>
            <a:t>Policy Expansion</a:t>
          </a:r>
          <a:endParaRPr lang="en-US" sz="2000" kern="1200" noProof="0" dirty="0"/>
        </a:p>
      </dsp:txBody>
      <dsp:txXfrm>
        <a:off x="559800" y="2390831"/>
        <a:ext cx="4320000" cy="648000"/>
      </dsp:txXfrm>
    </dsp:sp>
    <dsp:sp modelId="{88CEBA48-F5FB-4688-9627-9ED7569BAB0D}">
      <dsp:nvSpPr>
        <dsp:cNvPr id="0" name=""/>
        <dsp:cNvSpPr/>
      </dsp:nvSpPr>
      <dsp:spPr>
        <a:xfrm>
          <a:off x="559800" y="3095586"/>
          <a:ext cx="4320000" cy="498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baseline="0" noProof="0" dirty="0"/>
            <a:t>Enhances base policy to include more trusted applications</a:t>
          </a:r>
          <a:endParaRPr lang="en-US" sz="1600" kern="1200" noProof="0" dirty="0"/>
        </a:p>
      </dsp:txBody>
      <dsp:txXfrm>
        <a:off x="559800" y="3095586"/>
        <a:ext cx="4320000" cy="498942"/>
      </dsp:txXfrm>
    </dsp:sp>
    <dsp:sp modelId="{4B318F80-9E77-4FA7-B063-76A697910DB1}">
      <dsp:nvSpPr>
        <dsp:cNvPr id="0" name=""/>
        <dsp:cNvSpPr/>
      </dsp:nvSpPr>
      <dsp:spPr>
        <a:xfrm>
          <a:off x="7039800" y="756809"/>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CE4B7A-CCF2-4600-A1CA-FDAD79E0959E}">
      <dsp:nvSpPr>
        <dsp:cNvPr id="0" name=""/>
        <dsp:cNvSpPr/>
      </dsp:nvSpPr>
      <dsp:spPr>
        <a:xfrm>
          <a:off x="5635800" y="239083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a:pPr>
          <a:r>
            <a:rPr lang="en-US" sz="2000" kern="1200" baseline="0" noProof="0" dirty="0"/>
            <a:t>Multiple Supplementals for One Base Policy</a:t>
          </a:r>
          <a:endParaRPr lang="en-US" sz="2000" kern="1200" noProof="0" dirty="0"/>
        </a:p>
      </dsp:txBody>
      <dsp:txXfrm>
        <a:off x="5635800" y="2390831"/>
        <a:ext cx="4320000" cy="648000"/>
      </dsp:txXfrm>
    </dsp:sp>
    <dsp:sp modelId="{4630A355-993C-4B66-85A3-A750702F7558}">
      <dsp:nvSpPr>
        <dsp:cNvPr id="0" name=""/>
        <dsp:cNvSpPr/>
      </dsp:nvSpPr>
      <dsp:spPr>
        <a:xfrm>
          <a:off x="5635800" y="3095586"/>
          <a:ext cx="4320000" cy="498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baseline="0" noProof="0" dirty="0"/>
            <a:t>Allows various apps for different teams</a:t>
          </a:r>
          <a:endParaRPr lang="en-US" sz="1600" kern="1200" noProof="0" dirty="0"/>
        </a:p>
      </dsp:txBody>
      <dsp:txXfrm>
        <a:off x="5635800" y="3095586"/>
        <a:ext cx="4320000" cy="4989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D6C58-8ECF-4ACD-8F37-1351EBFF7B98}">
      <dsp:nvSpPr>
        <dsp:cNvPr id="0" name=""/>
        <dsp:cNvSpPr/>
      </dsp:nvSpPr>
      <dsp:spPr>
        <a:xfrm>
          <a:off x="0" y="0"/>
          <a:ext cx="8412480" cy="95729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a:t>Deploy Managed Installer first so that apps can start getting the Managed Installer tag. </a:t>
          </a:r>
        </a:p>
        <a:p>
          <a:pPr marL="0" lvl="0" indent="0" algn="l" defTabSz="577850">
            <a:lnSpc>
              <a:spcPct val="90000"/>
            </a:lnSpc>
            <a:spcBef>
              <a:spcPct val="0"/>
            </a:spcBef>
            <a:spcAft>
              <a:spcPct val="35000"/>
            </a:spcAft>
            <a:buNone/>
          </a:pPr>
          <a:r>
            <a:rPr lang="en-US" sz="1300" kern="1200" dirty="0"/>
            <a:t>That way, if later you are ready to deploy App Control policy, you can use “Trust apps from managed installer” rule without having to redeploy apps.</a:t>
          </a:r>
        </a:p>
      </dsp:txBody>
      <dsp:txXfrm>
        <a:off x="28038" y="28038"/>
        <a:ext cx="7298593" cy="901218"/>
      </dsp:txXfrm>
    </dsp:sp>
    <dsp:sp modelId="{BE2AD6A7-DDE3-46A6-BC6D-BED48228FE08}">
      <dsp:nvSpPr>
        <dsp:cNvPr id="0" name=""/>
        <dsp:cNvSpPr/>
      </dsp:nvSpPr>
      <dsp:spPr>
        <a:xfrm>
          <a:off x="704545" y="1131347"/>
          <a:ext cx="8412480" cy="95729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a:t>When the admin completes opt-in for a tenant, ensure caching time has passed. </a:t>
          </a:r>
        </a:p>
        <a:p>
          <a:pPr marL="0" lvl="0" indent="0" algn="l" defTabSz="577850">
            <a:lnSpc>
              <a:spcPct val="90000"/>
            </a:lnSpc>
            <a:spcBef>
              <a:spcPct val="0"/>
            </a:spcBef>
            <a:spcAft>
              <a:spcPct val="35000"/>
            </a:spcAft>
            <a:buNone/>
          </a:pPr>
          <a:r>
            <a:rPr lang="en-US" sz="1300" b="1" kern="1200" dirty="0"/>
            <a:t>Any change to add and remove the AppLocker policy could take up to an hour to be effective on the device.</a:t>
          </a:r>
        </a:p>
      </dsp:txBody>
      <dsp:txXfrm>
        <a:off x="732583" y="1159385"/>
        <a:ext cx="7029617" cy="901218"/>
      </dsp:txXfrm>
    </dsp:sp>
    <dsp:sp modelId="{C93A9DB6-22D7-4019-AAFC-BF99DD59088E}">
      <dsp:nvSpPr>
        <dsp:cNvPr id="0" name=""/>
        <dsp:cNvSpPr/>
      </dsp:nvSpPr>
      <dsp:spPr>
        <a:xfrm>
          <a:off x="1398574" y="2262695"/>
          <a:ext cx="8412480" cy="95729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In terms of App Control policy, use audit mode first and then switch to enforce mode. </a:t>
          </a:r>
          <a:br>
            <a:rPr lang="en-US" sz="1300" kern="1200"/>
          </a:br>
          <a:r>
            <a:rPr lang="en-US" sz="1300" kern="1200"/>
            <a:t>- Audit mode will allow you to monitor the app behavior and block events without affecting the end user experience. </a:t>
          </a:r>
          <a:br>
            <a:rPr lang="en-US" sz="1300" kern="1200"/>
          </a:br>
          <a:r>
            <a:rPr lang="en-US" sz="1300" kern="1200"/>
            <a:t>- Enforce mode will enforce the app allow list and block any apps that are not allowed.</a:t>
          </a:r>
        </a:p>
      </dsp:txBody>
      <dsp:txXfrm>
        <a:off x="1426612" y="2290733"/>
        <a:ext cx="7040133" cy="901218"/>
      </dsp:txXfrm>
    </dsp:sp>
    <dsp:sp modelId="{6EA5F75D-FCDA-4928-97C5-C8531E38F6EE}">
      <dsp:nvSpPr>
        <dsp:cNvPr id="0" name=""/>
        <dsp:cNvSpPr/>
      </dsp:nvSpPr>
      <dsp:spPr>
        <a:xfrm>
          <a:off x="2103119" y="3394043"/>
          <a:ext cx="8412480" cy="95729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Intune just helps facilitate the App Control policy deployment and reporting. The actual app behavior and block events are handled by Windows and Defender. </a:t>
          </a:r>
        </a:p>
        <a:p>
          <a:pPr marL="0" lvl="0" indent="0" algn="l" defTabSz="577850">
            <a:lnSpc>
              <a:spcPct val="90000"/>
            </a:lnSpc>
            <a:spcBef>
              <a:spcPct val="0"/>
            </a:spcBef>
            <a:spcAft>
              <a:spcPct val="35000"/>
            </a:spcAft>
            <a:buNone/>
          </a:pPr>
          <a:r>
            <a:rPr lang="en-US" sz="1300" kern="1200"/>
            <a:t>Therefore, it is important to understand the App Control for Business feature and how it works with AppLocker and Managed Installer.</a:t>
          </a:r>
          <a:endParaRPr lang="en-US" sz="1300" kern="1200" dirty="0"/>
        </a:p>
      </dsp:txBody>
      <dsp:txXfrm>
        <a:off x="2131157" y="3422081"/>
        <a:ext cx="7029617" cy="901218"/>
      </dsp:txXfrm>
    </dsp:sp>
    <dsp:sp modelId="{58778220-23A9-4712-815D-CB0982A7BE71}">
      <dsp:nvSpPr>
        <dsp:cNvPr id="0" name=""/>
        <dsp:cNvSpPr/>
      </dsp:nvSpPr>
      <dsp:spPr>
        <a:xfrm>
          <a:off x="7790238" y="733200"/>
          <a:ext cx="622241" cy="622241"/>
        </a:xfrm>
        <a:prstGeom prst="downArrow">
          <a:avLst>
            <a:gd name="adj1" fmla="val 55000"/>
            <a:gd name="adj2" fmla="val 45000"/>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t>1</a:t>
          </a:r>
        </a:p>
      </dsp:txBody>
      <dsp:txXfrm>
        <a:off x="7930242" y="733200"/>
        <a:ext cx="342233" cy="468236"/>
      </dsp:txXfrm>
    </dsp:sp>
    <dsp:sp modelId="{F84B9863-3F1A-4BFD-913A-36046F973DB4}">
      <dsp:nvSpPr>
        <dsp:cNvPr id="0" name=""/>
        <dsp:cNvSpPr/>
      </dsp:nvSpPr>
      <dsp:spPr>
        <a:xfrm>
          <a:off x="8494783" y="1864548"/>
          <a:ext cx="622241" cy="622241"/>
        </a:xfrm>
        <a:prstGeom prst="downArrow">
          <a:avLst>
            <a:gd name="adj1" fmla="val 55000"/>
            <a:gd name="adj2" fmla="val 45000"/>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t>2</a:t>
          </a:r>
        </a:p>
      </dsp:txBody>
      <dsp:txXfrm>
        <a:off x="8634787" y="1864548"/>
        <a:ext cx="342233" cy="468236"/>
      </dsp:txXfrm>
    </dsp:sp>
    <dsp:sp modelId="{A3832F0D-B628-43A3-B577-532370DD46C1}">
      <dsp:nvSpPr>
        <dsp:cNvPr id="0" name=""/>
        <dsp:cNvSpPr/>
      </dsp:nvSpPr>
      <dsp:spPr>
        <a:xfrm>
          <a:off x="9188813" y="2995896"/>
          <a:ext cx="622241" cy="622241"/>
        </a:xfrm>
        <a:prstGeom prst="downArrow">
          <a:avLst>
            <a:gd name="adj1" fmla="val 55000"/>
            <a:gd name="adj2" fmla="val 45000"/>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t>3</a:t>
          </a:r>
        </a:p>
      </dsp:txBody>
      <dsp:txXfrm>
        <a:off x="9328817" y="2995896"/>
        <a:ext cx="342233" cy="4682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D60309-487C-4384-AFDA-4D9668A2A6B0}">
      <dsp:nvSpPr>
        <dsp:cNvPr id="0" name=""/>
        <dsp:cNvSpPr/>
      </dsp:nvSpPr>
      <dsp:spPr>
        <a:xfrm>
          <a:off x="1748064" y="2975"/>
          <a:ext cx="3342605" cy="20055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Disable App Control? </a:t>
          </a:r>
        </a:p>
      </dsp:txBody>
      <dsp:txXfrm>
        <a:off x="1748064" y="2975"/>
        <a:ext cx="3342605" cy="2005563"/>
      </dsp:txXfrm>
    </dsp:sp>
    <dsp:sp modelId="{BB95F6F8-1D7A-4EC9-82D7-4D5B09F89DA5}">
      <dsp:nvSpPr>
        <dsp:cNvPr id="0" name=""/>
        <dsp:cNvSpPr/>
      </dsp:nvSpPr>
      <dsp:spPr>
        <a:xfrm>
          <a:off x="5424930" y="2975"/>
          <a:ext cx="3342605" cy="20055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Disable EPM? </a:t>
          </a:r>
        </a:p>
      </dsp:txBody>
      <dsp:txXfrm>
        <a:off x="5424930" y="2975"/>
        <a:ext cx="3342605" cy="2005563"/>
      </dsp:txXfrm>
    </dsp:sp>
    <dsp:sp modelId="{F4BC10E1-5A9D-4D38-80A6-58E6B27D4221}">
      <dsp:nvSpPr>
        <dsp:cNvPr id="0" name=""/>
        <dsp:cNvSpPr/>
      </dsp:nvSpPr>
      <dsp:spPr>
        <a:xfrm>
          <a:off x="3586497" y="2342799"/>
          <a:ext cx="3342605" cy="20055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Have the option to add EPM as a Managed Installer in Intune?</a:t>
          </a:r>
        </a:p>
      </dsp:txBody>
      <dsp:txXfrm>
        <a:off x="3586497" y="2342799"/>
        <a:ext cx="3342605" cy="200556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7BAF61-F588-45BF-B44D-247D5A22E576}" type="datetimeFigureOut">
              <a:rPr lang="en-GB" smtClean="0"/>
              <a:t>18/06/2025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93C7D5-4A52-40FA-A438-BC0D90C30E1D}" type="slidenum">
              <a:rPr lang="en-GB" smtClean="0"/>
              <a:t>‹#›</a:t>
            </a:fld>
            <a:endParaRPr lang="en-GB"/>
          </a:p>
        </p:txBody>
      </p:sp>
    </p:spTree>
    <p:extLst>
      <p:ext uri="{BB962C8B-B14F-4D97-AF65-F5344CB8AC3E}">
        <p14:creationId xmlns:p14="http://schemas.microsoft.com/office/powerpoint/2010/main" val="596997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learn.microsoft.com/en-us/intune/intune-service/protect/epm-deployment-considerations-ki#organizations-using-application-control-for-business-might-experience-issues-running-endpoint-privilege-management"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today’s rapidly evolving digital landscape, businesses face the dual challenge of empowering employees with the tools they need while safeguarding sensitive data and systems from potential threats. This session will explore the critical roles of Endpoint Privilege Management (EPM) and Application Control for Business in achieving a balanced security posture.</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We will delve into the intricacies of EPM, which enables rule-based elevation, and Application Control for Business, which helps prevent undesired apps from running on your managed Windows devices. Can these technologies work in harmony or will they bring chaos?</a:t>
            </a:r>
          </a:p>
        </p:txBody>
      </p:sp>
      <p:sp>
        <p:nvSpPr>
          <p:cNvPr id="4" name="Slide Number Placeholder 3"/>
          <p:cNvSpPr>
            <a:spLocks noGrp="1"/>
          </p:cNvSpPr>
          <p:nvPr>
            <p:ph type="sldNum" sz="quarter" idx="5"/>
          </p:nvPr>
        </p:nvSpPr>
        <p:spPr/>
        <p:txBody>
          <a:bodyPr/>
          <a:lstStyle/>
          <a:p>
            <a:fld id="{4E93C7D5-4A52-40FA-A438-BC0D90C30E1D}" type="slidenum">
              <a:rPr lang="en-GB" smtClean="0"/>
              <a:t>1</a:t>
            </a:fld>
            <a:endParaRPr lang="en-GB"/>
          </a:p>
        </p:txBody>
      </p:sp>
    </p:spTree>
    <p:extLst>
      <p:ext uri="{BB962C8B-B14F-4D97-AF65-F5344CB8AC3E}">
        <p14:creationId xmlns:p14="http://schemas.microsoft.com/office/powerpoint/2010/main" val="3934560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 this to add speaker bio</a:t>
            </a:r>
          </a:p>
        </p:txBody>
      </p:sp>
      <p:sp>
        <p:nvSpPr>
          <p:cNvPr id="4" name="Slide Number Placeholder 3"/>
          <p:cNvSpPr>
            <a:spLocks noGrp="1"/>
          </p:cNvSpPr>
          <p:nvPr>
            <p:ph type="sldNum" sz="quarter" idx="5"/>
          </p:nvPr>
        </p:nvSpPr>
        <p:spPr/>
        <p:txBody>
          <a:bodyPr/>
          <a:lstStyle/>
          <a:p>
            <a:fld id="{4E93C7D5-4A52-40FA-A438-BC0D90C30E1D}" type="slidenum">
              <a:rPr lang="en-GB" smtClean="0"/>
              <a:t>2</a:t>
            </a:fld>
            <a:endParaRPr lang="en-GB"/>
          </a:p>
        </p:txBody>
      </p:sp>
    </p:spTree>
    <p:extLst>
      <p:ext uri="{BB962C8B-B14F-4D97-AF65-F5344CB8AC3E}">
        <p14:creationId xmlns:p14="http://schemas.microsoft.com/office/powerpoint/2010/main" val="2645692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D486A-8E63-DB26-C9D1-6BCD7BBA8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E4823B-BC82-B722-1824-DD364B876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FED996-1C0C-8D83-CBB8-046BC56BDC2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162ED24-CE04-31A6-49AE-7A04304897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E93C7D5-4A52-40FA-A438-BC0D90C30E1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4762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Running unauthorized files poses a security risk in your </a:t>
            </a:r>
            <a:r>
              <a:rPr lang="en-US" dirty="0" err="1"/>
              <a:t>orgarnization</a:t>
            </a:r>
            <a:endParaRPr lang="en-BE" dirty="0"/>
          </a:p>
        </p:txBody>
      </p:sp>
      <p:sp>
        <p:nvSpPr>
          <p:cNvPr id="4" name="Slide Number Placeholder 3"/>
          <p:cNvSpPr>
            <a:spLocks noGrp="1"/>
          </p:cNvSpPr>
          <p:nvPr>
            <p:ph type="sldNum" sz="quarter" idx="5"/>
          </p:nvPr>
        </p:nvSpPr>
        <p:spPr/>
        <p:txBody>
          <a:bodyPr/>
          <a:lstStyle/>
          <a:p>
            <a:fld id="{4E93C7D5-4A52-40FA-A438-BC0D90C30E1D}" type="slidenum">
              <a:rPr lang="en-GB" smtClean="0"/>
              <a:t>9</a:t>
            </a:fld>
            <a:endParaRPr lang="en-GB"/>
          </a:p>
        </p:txBody>
      </p:sp>
    </p:spTree>
    <p:extLst>
      <p:ext uri="{BB962C8B-B14F-4D97-AF65-F5344CB8AC3E}">
        <p14:creationId xmlns:p14="http://schemas.microsoft.com/office/powerpoint/2010/main" val="2801115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lnSpc>
                <a:spcPct val="100000"/>
              </a:lnSpc>
            </a:pPr>
            <a:r>
              <a:rPr lang="en-US" dirty="0"/>
              <a:t>2. </a:t>
            </a:r>
          </a:p>
          <a:p>
            <a:pPr lvl="0">
              <a:lnSpc>
                <a:spcPct val="100000"/>
              </a:lnSpc>
            </a:pPr>
            <a:r>
              <a:rPr lang="en-US" dirty="0"/>
              <a:t>Intune Management Extension</a:t>
            </a:r>
          </a:p>
          <a:p>
            <a:pPr lvl="0">
              <a:lnSpc>
                <a:spcPct val="100000"/>
              </a:lnSpc>
            </a:pPr>
            <a:r>
              <a:rPr lang="en-US" dirty="0"/>
              <a:t>Managed Installer Tag</a:t>
            </a:r>
          </a:p>
          <a:p>
            <a:pPr lvl="0">
              <a:lnSpc>
                <a:spcPct val="100000"/>
              </a:lnSpc>
            </a:pPr>
            <a:r>
              <a:rPr lang="en-US" dirty="0"/>
              <a:t>Only for subsequent applications!</a:t>
            </a:r>
          </a:p>
          <a:p>
            <a:pPr lvl="0">
              <a:lnSpc>
                <a:spcPct val="100000"/>
              </a:lnSpc>
            </a:pPr>
            <a:r>
              <a:rPr lang="en-US" dirty="0"/>
              <a:t>Optional!</a:t>
            </a:r>
          </a:p>
          <a:p>
            <a:endParaRPr lang="en-BE" dirty="0"/>
          </a:p>
        </p:txBody>
      </p:sp>
      <p:sp>
        <p:nvSpPr>
          <p:cNvPr id="4" name="Slide Number Placeholder 3"/>
          <p:cNvSpPr>
            <a:spLocks noGrp="1"/>
          </p:cNvSpPr>
          <p:nvPr>
            <p:ph type="sldNum" sz="quarter" idx="5"/>
          </p:nvPr>
        </p:nvSpPr>
        <p:spPr/>
        <p:txBody>
          <a:bodyPr/>
          <a:lstStyle/>
          <a:p>
            <a:fld id="{4E93C7D5-4A52-40FA-A438-BC0D90C30E1D}" type="slidenum">
              <a:rPr lang="en-GB" smtClean="0"/>
              <a:t>10</a:t>
            </a:fld>
            <a:endParaRPr lang="en-GB"/>
          </a:p>
        </p:txBody>
      </p:sp>
    </p:spTree>
    <p:extLst>
      <p:ext uri="{BB962C8B-B14F-4D97-AF65-F5344CB8AC3E}">
        <p14:creationId xmlns:p14="http://schemas.microsoft.com/office/powerpoint/2010/main" val="2047904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4E93C7D5-4A52-40FA-A438-BC0D90C30E1D}" type="slidenum">
              <a:rPr lang="en-GB" smtClean="0"/>
              <a:t>12</a:t>
            </a:fld>
            <a:endParaRPr lang="en-GB"/>
          </a:p>
        </p:txBody>
      </p:sp>
    </p:spTree>
    <p:extLst>
      <p:ext uri="{BB962C8B-B14F-4D97-AF65-F5344CB8AC3E}">
        <p14:creationId xmlns:p14="http://schemas.microsoft.com/office/powerpoint/2010/main" val="3076981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E6E6E6"/>
                </a:solidFill>
                <a:effectLst/>
                <a:highlight>
                  <a:srgbClr val="171717"/>
                </a:highlight>
                <a:latin typeface="Segoe UI" panose="020B0502040204020203" pitchFamily="34" charset="0"/>
              </a:rPr>
              <a:t>With Intune's endpoint security App Control for Business policies, you can manage which apps on your managed Windows devices are allowed to run. Any apps that aren't explicitly allowed to run by a policy are blocked from running unless you've configured the policy to use an Audit mode. With audit mode, the policy allows all apps to run and logs the details about them locally on the client.</a:t>
            </a:r>
            <a:endParaRPr lang="en-US" dirty="0"/>
          </a:p>
        </p:txBody>
      </p:sp>
      <p:sp>
        <p:nvSpPr>
          <p:cNvPr id="4" name="Slide Number Placeholder 3"/>
          <p:cNvSpPr>
            <a:spLocks noGrp="1"/>
          </p:cNvSpPr>
          <p:nvPr>
            <p:ph type="sldNum" sz="quarter" idx="5"/>
          </p:nvPr>
        </p:nvSpPr>
        <p:spPr/>
        <p:txBody>
          <a:bodyPr/>
          <a:lstStyle/>
          <a:p>
            <a:fld id="{4E93C7D5-4A52-40FA-A438-BC0D90C30E1D}" type="slidenum">
              <a:rPr lang="en-GB" smtClean="0"/>
              <a:t>14</a:t>
            </a:fld>
            <a:endParaRPr lang="en-GB"/>
          </a:p>
        </p:txBody>
      </p:sp>
    </p:spTree>
    <p:extLst>
      <p:ext uri="{BB962C8B-B14F-4D97-AF65-F5344CB8AC3E}">
        <p14:creationId xmlns:p14="http://schemas.microsoft.com/office/powerpoint/2010/main" val="30506702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4E93C7D5-4A52-40FA-A438-BC0D90C30E1D}" type="slidenum">
              <a:rPr lang="en-GB" smtClean="0"/>
              <a:t>20</a:t>
            </a:fld>
            <a:endParaRPr lang="en-GB"/>
          </a:p>
        </p:txBody>
      </p:sp>
    </p:spTree>
    <p:extLst>
      <p:ext uri="{BB962C8B-B14F-4D97-AF65-F5344CB8AC3E}">
        <p14:creationId xmlns:p14="http://schemas.microsoft.com/office/powerpoint/2010/main" val="2543652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Overview of options in App Control Policy Wizard </a:t>
            </a:r>
          </a:p>
          <a:p>
            <a:r>
              <a:rPr lang="en-US" dirty="0"/>
              <a:t>Base Policy</a:t>
            </a:r>
            <a:endParaRPr lang="en-BE" dirty="0"/>
          </a:p>
        </p:txBody>
      </p:sp>
      <p:sp>
        <p:nvSpPr>
          <p:cNvPr id="4" name="Slide Number Placeholder 3"/>
          <p:cNvSpPr>
            <a:spLocks noGrp="1"/>
          </p:cNvSpPr>
          <p:nvPr>
            <p:ph type="sldNum" sz="quarter" idx="5"/>
          </p:nvPr>
        </p:nvSpPr>
        <p:spPr/>
        <p:txBody>
          <a:bodyPr/>
          <a:lstStyle/>
          <a:p>
            <a:fld id="{4E93C7D5-4A52-40FA-A438-BC0D90C30E1D}" type="slidenum">
              <a:rPr lang="en-GB" smtClean="0"/>
              <a:t>21</a:t>
            </a:fld>
            <a:endParaRPr lang="en-GB"/>
          </a:p>
        </p:txBody>
      </p:sp>
    </p:spTree>
    <p:extLst>
      <p:ext uri="{BB962C8B-B14F-4D97-AF65-F5344CB8AC3E}">
        <p14:creationId xmlns:p14="http://schemas.microsoft.com/office/powerpoint/2010/main" val="4290528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4E93C7D5-4A52-40FA-A438-BC0D90C30E1D}" type="slidenum">
              <a:rPr lang="en-GB" smtClean="0"/>
              <a:t>24</a:t>
            </a:fld>
            <a:endParaRPr lang="en-GB"/>
          </a:p>
        </p:txBody>
      </p:sp>
    </p:spTree>
    <p:extLst>
      <p:ext uri="{BB962C8B-B14F-4D97-AF65-F5344CB8AC3E}">
        <p14:creationId xmlns:p14="http://schemas.microsoft.com/office/powerpoint/2010/main" val="1050389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two policy types in WDAC Wizard</a:t>
            </a:r>
          </a:p>
          <a:p>
            <a:r>
              <a:rPr lang="en-US" dirty="0"/>
              <a:t>Supplemental Policy</a:t>
            </a:r>
            <a:endParaRPr lang="en-BE" dirty="0"/>
          </a:p>
        </p:txBody>
      </p:sp>
      <p:sp>
        <p:nvSpPr>
          <p:cNvPr id="4" name="Slide Number Placeholder 3"/>
          <p:cNvSpPr>
            <a:spLocks noGrp="1"/>
          </p:cNvSpPr>
          <p:nvPr>
            <p:ph type="sldNum" sz="quarter" idx="5"/>
          </p:nvPr>
        </p:nvSpPr>
        <p:spPr/>
        <p:txBody>
          <a:bodyPr/>
          <a:lstStyle/>
          <a:p>
            <a:fld id="{4E93C7D5-4A52-40FA-A438-BC0D90C30E1D}" type="slidenum">
              <a:rPr lang="en-GB" smtClean="0"/>
              <a:t>25</a:t>
            </a:fld>
            <a:endParaRPr lang="en-GB"/>
          </a:p>
        </p:txBody>
      </p:sp>
    </p:spTree>
    <p:extLst>
      <p:ext uri="{BB962C8B-B14F-4D97-AF65-F5344CB8AC3E}">
        <p14:creationId xmlns:p14="http://schemas.microsoft.com/office/powerpoint/2010/main" val="3326493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a:t>
            </a:r>
          </a:p>
          <a:p>
            <a:r>
              <a:rPr lang="en-US" dirty="0"/>
              <a:t>Fsutil.exe file </a:t>
            </a:r>
            <a:r>
              <a:rPr lang="en-US" dirty="0" err="1"/>
              <a:t>queryEA</a:t>
            </a:r>
            <a:r>
              <a:rPr lang="en-US" dirty="0"/>
              <a:t> “C:\Program Files</a:t>
            </a:r>
            <a:r>
              <a:rPr lang="en-US" sz="1200" b="0" i="0" kern="1200" dirty="0">
                <a:solidFill>
                  <a:schemeClr val="tx1"/>
                </a:solidFill>
                <a:effectLst/>
                <a:latin typeface="+mn-lt"/>
                <a:ea typeface="+mn-ea"/>
                <a:cs typeface="+mn-cs"/>
              </a:rPr>
              <a:t>\7-Zip\”</a:t>
            </a:r>
          </a:p>
          <a:p>
            <a:endParaRPr lang="en-US" sz="1200" b="0" i="0" kern="1200" dirty="0">
              <a:solidFill>
                <a:schemeClr val="tx1"/>
              </a:solidFill>
              <a:effectLst/>
              <a:latin typeface="+mn-lt"/>
              <a:ea typeface="+mn-ea"/>
              <a:cs typeface="+mn-cs"/>
            </a:endParaRPr>
          </a:p>
          <a:p>
            <a:pPr marL="342900" indent="-342900" defTabSz="914400">
              <a:lnSpc>
                <a:spcPct val="100000"/>
              </a:lnSpc>
              <a:spcAft>
                <a:spcPts val="600"/>
              </a:spcAft>
              <a:buFont typeface="Arial" panose="020B0604020202020204" pitchFamily="34" charset="0"/>
              <a:buChar char="•"/>
            </a:pPr>
            <a:r>
              <a:rPr lang="en-US" sz="1200" dirty="0">
                <a:solidFill>
                  <a:srgbClr val="008575"/>
                </a:solidFill>
              </a:rPr>
              <a:t>Using </a:t>
            </a:r>
            <a:r>
              <a:rPr lang="en-US" sz="1200" b="1" dirty="0">
                <a:solidFill>
                  <a:srgbClr val="008575"/>
                </a:solidFill>
              </a:rPr>
              <a:t>fsutil.exe </a:t>
            </a:r>
            <a:r>
              <a:rPr lang="en-US" sz="1200" dirty="0">
                <a:solidFill>
                  <a:srgbClr val="008575"/>
                </a:solidFill>
              </a:rPr>
              <a:t>to query the Extended Attributes (EAs) on a file/app installed by IME and check for the KERNEL.SMARTLOCKER.ORIGINCLAIM EA. </a:t>
            </a:r>
          </a:p>
          <a:p>
            <a:pPr marL="342900" indent="-342900" defTabSz="914400">
              <a:lnSpc>
                <a:spcPct val="100000"/>
              </a:lnSpc>
              <a:spcAft>
                <a:spcPts val="600"/>
              </a:spcAft>
              <a:buFont typeface="Arial" panose="020B0604020202020204" pitchFamily="34" charset="0"/>
              <a:buChar char="•"/>
            </a:pPr>
            <a:r>
              <a:rPr lang="en-US" sz="1200" dirty="0">
                <a:solidFill>
                  <a:srgbClr val="008575"/>
                </a:solidFill>
              </a:rPr>
              <a:t>From the output shown below, find the first row of data labeled "0000:", which is then followed by 16 two-character sets. Every four set form a group known as a </a:t>
            </a:r>
            <a:r>
              <a:rPr lang="en-US" sz="1200" b="1" dirty="0">
                <a:solidFill>
                  <a:srgbClr val="008575"/>
                </a:solidFill>
              </a:rPr>
              <a:t>ULONG</a:t>
            </a:r>
            <a:r>
              <a:rPr lang="en-US" sz="1200" dirty="0">
                <a:solidFill>
                  <a:srgbClr val="008575"/>
                </a:solidFill>
              </a:rPr>
              <a:t>.</a:t>
            </a:r>
          </a:p>
          <a:p>
            <a:pPr marL="342900" indent="-342900" defTabSz="914400">
              <a:lnSpc>
                <a:spcPct val="100000"/>
              </a:lnSpc>
              <a:spcAft>
                <a:spcPts val="600"/>
              </a:spcAft>
              <a:buFont typeface="Arial" panose="020B0604020202020204" pitchFamily="34" charset="0"/>
              <a:buChar char="•"/>
            </a:pPr>
            <a:r>
              <a:rPr lang="en-US" sz="1200" dirty="0">
                <a:solidFill>
                  <a:srgbClr val="008575"/>
                </a:solidFill>
              </a:rPr>
              <a:t>If there is </a:t>
            </a:r>
            <a:r>
              <a:rPr lang="en-US" sz="1200" b="1" dirty="0">
                <a:solidFill>
                  <a:srgbClr val="008575"/>
                </a:solidFill>
              </a:rPr>
              <a:t>"00" in the fifth position of the output </a:t>
            </a:r>
            <a:r>
              <a:rPr lang="en-US" sz="1200" dirty="0">
                <a:solidFill>
                  <a:srgbClr val="008575"/>
                </a:solidFill>
              </a:rPr>
              <a:t>(the start of the second ULONG), that indicates the EA is related to managed installer.</a:t>
            </a:r>
          </a:p>
          <a:p>
            <a:pPr marL="342900" indent="-342900" defTabSz="914400">
              <a:lnSpc>
                <a:spcPct val="100000"/>
              </a:lnSpc>
              <a:spcAft>
                <a:spcPts val="600"/>
              </a:spcAft>
              <a:buFont typeface="Arial" panose="020B0604020202020204" pitchFamily="34" charset="0"/>
              <a:buChar char="•"/>
            </a:pPr>
            <a:r>
              <a:rPr lang="en-US" sz="1200" b="1" dirty="0">
                <a:solidFill>
                  <a:srgbClr val="008575"/>
                </a:solidFill>
              </a:rPr>
              <a:t>A value of "00" means the file was directly written by a managed installer process and will run if your Application Control policy trusts managed installers</a:t>
            </a:r>
            <a:r>
              <a:rPr lang="en-US" sz="1200" dirty="0">
                <a:solidFill>
                  <a:srgbClr val="008575"/>
                </a:solidFill>
              </a:rPr>
              <a:t>.</a:t>
            </a:r>
          </a:p>
          <a:p>
            <a:endParaRPr lang="en-BE" dirty="0"/>
          </a:p>
        </p:txBody>
      </p:sp>
      <p:sp>
        <p:nvSpPr>
          <p:cNvPr id="4" name="Slide Number Placeholder 3"/>
          <p:cNvSpPr>
            <a:spLocks noGrp="1"/>
          </p:cNvSpPr>
          <p:nvPr>
            <p:ph type="sldNum" sz="quarter" idx="5"/>
          </p:nvPr>
        </p:nvSpPr>
        <p:spPr/>
        <p:txBody>
          <a:bodyPr/>
          <a:lstStyle/>
          <a:p>
            <a:fld id="{4E93C7D5-4A52-40FA-A438-BC0D90C30E1D}" type="slidenum">
              <a:rPr lang="en-GB" smtClean="0"/>
              <a:t>32</a:t>
            </a:fld>
            <a:endParaRPr lang="en-GB"/>
          </a:p>
        </p:txBody>
      </p:sp>
    </p:spTree>
    <p:extLst>
      <p:ext uri="{BB962C8B-B14F-4D97-AF65-F5344CB8AC3E}">
        <p14:creationId xmlns:p14="http://schemas.microsoft.com/office/powerpoint/2010/main" val="2072744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4E93C7D5-4A52-40FA-A438-BC0D90C30E1D}" type="slidenum">
              <a:rPr lang="en-GB" smtClean="0"/>
              <a:t>33</a:t>
            </a:fld>
            <a:endParaRPr lang="en-GB"/>
          </a:p>
        </p:txBody>
      </p:sp>
    </p:spTree>
    <p:extLst>
      <p:ext uri="{BB962C8B-B14F-4D97-AF65-F5344CB8AC3E}">
        <p14:creationId xmlns:p14="http://schemas.microsoft.com/office/powerpoint/2010/main" val="35439663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8B748-E28D-E3D7-3990-A39BFC6E27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6A74F7-BBDA-1036-C2FA-6A2D66C0C6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E7C270-05B5-4E99-61CD-9C876BB60DE7}"/>
              </a:ext>
            </a:extLst>
          </p:cNvPr>
          <p:cNvSpPr>
            <a:spLocks noGrp="1"/>
          </p:cNvSpPr>
          <p:nvPr>
            <p:ph type="body" idx="1"/>
          </p:nvPr>
        </p:nvSpPr>
        <p:spPr/>
        <p:txBody>
          <a:bodyPr/>
          <a:lstStyle/>
          <a:p>
            <a:r>
              <a:rPr lang="en-US" dirty="0"/>
              <a:t>TODO</a:t>
            </a:r>
            <a:endParaRPr lang="en-BE" dirty="0"/>
          </a:p>
        </p:txBody>
      </p:sp>
      <p:sp>
        <p:nvSpPr>
          <p:cNvPr id="4" name="Slide Number Placeholder 3">
            <a:extLst>
              <a:ext uri="{FF2B5EF4-FFF2-40B4-BE49-F238E27FC236}">
                <a16:creationId xmlns:a16="http://schemas.microsoft.com/office/drawing/2014/main" id="{4092D3BA-7C17-876F-F6E8-C8ADA210568D}"/>
              </a:ext>
            </a:extLst>
          </p:cNvPr>
          <p:cNvSpPr>
            <a:spLocks noGrp="1"/>
          </p:cNvSpPr>
          <p:nvPr>
            <p:ph type="sldNum" sz="quarter" idx="5"/>
          </p:nvPr>
        </p:nvSpPr>
        <p:spPr/>
        <p:txBody>
          <a:bodyPr/>
          <a:lstStyle/>
          <a:p>
            <a:fld id="{4E93C7D5-4A52-40FA-A438-BC0D90C30E1D}" type="slidenum">
              <a:rPr lang="en-GB" smtClean="0"/>
              <a:t>34</a:t>
            </a:fld>
            <a:endParaRPr lang="en-GB"/>
          </a:p>
        </p:txBody>
      </p:sp>
    </p:spTree>
    <p:extLst>
      <p:ext uri="{BB962C8B-B14F-4D97-AF65-F5344CB8AC3E}">
        <p14:creationId xmlns:p14="http://schemas.microsoft.com/office/powerpoint/2010/main" val="3132984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Generally, see what policies are getting into the device</a:t>
            </a:r>
          </a:p>
          <a:p>
            <a:endParaRPr lang="en-BE" dirty="0"/>
          </a:p>
        </p:txBody>
      </p:sp>
      <p:sp>
        <p:nvSpPr>
          <p:cNvPr id="4" name="Slide Number Placeholder 3"/>
          <p:cNvSpPr>
            <a:spLocks noGrp="1"/>
          </p:cNvSpPr>
          <p:nvPr>
            <p:ph type="sldNum" sz="quarter" idx="5"/>
          </p:nvPr>
        </p:nvSpPr>
        <p:spPr/>
        <p:txBody>
          <a:bodyPr/>
          <a:lstStyle/>
          <a:p>
            <a:fld id="{4E93C7D5-4A52-40FA-A438-BC0D90C30E1D}" type="slidenum">
              <a:rPr lang="en-GB" smtClean="0"/>
              <a:t>35</a:t>
            </a:fld>
            <a:endParaRPr lang="en-GB"/>
          </a:p>
        </p:txBody>
      </p:sp>
    </p:spTree>
    <p:extLst>
      <p:ext uri="{BB962C8B-B14F-4D97-AF65-F5344CB8AC3E}">
        <p14:creationId xmlns:p14="http://schemas.microsoft.com/office/powerpoint/2010/main" val="18384215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14C4D-AA92-8465-8097-69104A3F0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79B74-DE72-38AC-0A30-520E6F3932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BB7C77-FB97-ADE3-73D8-FA0E594A0357}"/>
              </a:ext>
            </a:extLst>
          </p:cNvPr>
          <p:cNvSpPr>
            <a:spLocks noGrp="1"/>
          </p:cNvSpPr>
          <p:nvPr>
            <p:ph type="body" idx="1"/>
          </p:nvPr>
        </p:nvSpPr>
        <p:spPr/>
        <p:txBody>
          <a:bodyPr/>
          <a:lstStyle/>
          <a:p>
            <a:r>
              <a:rPr lang="en-US" dirty="0"/>
              <a:t>Generally see what policies are getting into the device</a:t>
            </a:r>
          </a:p>
          <a:p>
            <a:endParaRPr lang="en-BE" dirty="0"/>
          </a:p>
        </p:txBody>
      </p:sp>
      <p:sp>
        <p:nvSpPr>
          <p:cNvPr id="4" name="Slide Number Placeholder 3">
            <a:extLst>
              <a:ext uri="{FF2B5EF4-FFF2-40B4-BE49-F238E27FC236}">
                <a16:creationId xmlns:a16="http://schemas.microsoft.com/office/drawing/2014/main" id="{FFD9A674-EB56-C8D3-9364-D0B9AD90A999}"/>
              </a:ext>
            </a:extLst>
          </p:cNvPr>
          <p:cNvSpPr>
            <a:spLocks noGrp="1"/>
          </p:cNvSpPr>
          <p:nvPr>
            <p:ph type="sldNum" sz="quarter" idx="5"/>
          </p:nvPr>
        </p:nvSpPr>
        <p:spPr/>
        <p:txBody>
          <a:bodyPr/>
          <a:lstStyle/>
          <a:p>
            <a:fld id="{4E93C7D5-4A52-40FA-A438-BC0D90C30E1D}" type="slidenum">
              <a:rPr lang="en-GB" smtClean="0"/>
              <a:t>36</a:t>
            </a:fld>
            <a:endParaRPr lang="en-GB"/>
          </a:p>
        </p:txBody>
      </p:sp>
    </p:spTree>
    <p:extLst>
      <p:ext uri="{BB962C8B-B14F-4D97-AF65-F5344CB8AC3E}">
        <p14:creationId xmlns:p14="http://schemas.microsoft.com/office/powerpoint/2010/main" val="21245305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B6A57-3D9A-5631-3432-205C303A2E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CB11E-BA8F-CE49-3895-4965B40D03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82907-427E-D287-0871-E9F554161E41}"/>
              </a:ext>
            </a:extLst>
          </p:cNvPr>
          <p:cNvSpPr>
            <a:spLocks noGrp="1"/>
          </p:cNvSpPr>
          <p:nvPr>
            <p:ph type="body" idx="1"/>
          </p:nvPr>
        </p:nvSpPr>
        <p:spPr/>
        <p:txBody>
          <a:bodyPr/>
          <a:lstStyle/>
          <a:p>
            <a:r>
              <a:rPr lang="en-US" dirty="0"/>
              <a:t>Generally see what policies are getting into the device</a:t>
            </a:r>
          </a:p>
          <a:p>
            <a:endParaRPr lang="en-BE" dirty="0"/>
          </a:p>
        </p:txBody>
      </p:sp>
      <p:sp>
        <p:nvSpPr>
          <p:cNvPr id="4" name="Slide Number Placeholder 3">
            <a:extLst>
              <a:ext uri="{FF2B5EF4-FFF2-40B4-BE49-F238E27FC236}">
                <a16:creationId xmlns:a16="http://schemas.microsoft.com/office/drawing/2014/main" id="{35A85512-D89B-63CB-B944-8B62953857DC}"/>
              </a:ext>
            </a:extLst>
          </p:cNvPr>
          <p:cNvSpPr>
            <a:spLocks noGrp="1"/>
          </p:cNvSpPr>
          <p:nvPr>
            <p:ph type="sldNum" sz="quarter" idx="5"/>
          </p:nvPr>
        </p:nvSpPr>
        <p:spPr/>
        <p:txBody>
          <a:bodyPr/>
          <a:lstStyle/>
          <a:p>
            <a:fld id="{4E93C7D5-4A52-40FA-A438-BC0D90C30E1D}" type="slidenum">
              <a:rPr lang="en-GB" smtClean="0"/>
              <a:t>37</a:t>
            </a:fld>
            <a:endParaRPr lang="en-GB"/>
          </a:p>
        </p:txBody>
      </p:sp>
    </p:spTree>
    <p:extLst>
      <p:ext uri="{BB962C8B-B14F-4D97-AF65-F5344CB8AC3E}">
        <p14:creationId xmlns:p14="http://schemas.microsoft.com/office/powerpoint/2010/main" val="35893770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8919F-6219-A44F-C672-C77679565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5124D-EC2E-DF9C-A113-42CF212CC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EF798B-0FB9-D26C-0FF5-CB7EDC6FCECD}"/>
              </a:ext>
            </a:extLst>
          </p:cNvPr>
          <p:cNvSpPr>
            <a:spLocks noGrp="1"/>
          </p:cNvSpPr>
          <p:nvPr>
            <p:ph type="body" idx="1"/>
          </p:nvPr>
        </p:nvSpPr>
        <p:spPr/>
        <p:txBody>
          <a:bodyPr/>
          <a:lstStyle/>
          <a:p>
            <a:r>
              <a:rPr lang="en-US" dirty="0"/>
              <a:t>Generally see what policies are getting into the device</a:t>
            </a:r>
          </a:p>
          <a:p>
            <a:endParaRPr lang="en-BE" dirty="0"/>
          </a:p>
        </p:txBody>
      </p:sp>
      <p:sp>
        <p:nvSpPr>
          <p:cNvPr id="4" name="Slide Number Placeholder 3">
            <a:extLst>
              <a:ext uri="{FF2B5EF4-FFF2-40B4-BE49-F238E27FC236}">
                <a16:creationId xmlns:a16="http://schemas.microsoft.com/office/drawing/2014/main" id="{668D9735-09E8-7A6C-5D86-238BEA3576BF}"/>
              </a:ext>
            </a:extLst>
          </p:cNvPr>
          <p:cNvSpPr>
            <a:spLocks noGrp="1"/>
          </p:cNvSpPr>
          <p:nvPr>
            <p:ph type="sldNum" sz="quarter" idx="5"/>
          </p:nvPr>
        </p:nvSpPr>
        <p:spPr/>
        <p:txBody>
          <a:bodyPr/>
          <a:lstStyle/>
          <a:p>
            <a:fld id="{4E93C7D5-4A52-40FA-A438-BC0D90C30E1D}" type="slidenum">
              <a:rPr lang="en-GB" smtClean="0"/>
              <a:t>38</a:t>
            </a:fld>
            <a:endParaRPr lang="en-GB"/>
          </a:p>
        </p:txBody>
      </p:sp>
    </p:spTree>
    <p:extLst>
      <p:ext uri="{BB962C8B-B14F-4D97-AF65-F5344CB8AC3E}">
        <p14:creationId xmlns:p14="http://schemas.microsoft.com/office/powerpoint/2010/main" val="10795711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4E93C7D5-4A52-40FA-A438-BC0D90C30E1D}" type="slidenum">
              <a:rPr lang="en-GB" smtClean="0"/>
              <a:t>41</a:t>
            </a:fld>
            <a:endParaRPr lang="en-GB"/>
          </a:p>
        </p:txBody>
      </p:sp>
    </p:spTree>
    <p:extLst>
      <p:ext uri="{BB962C8B-B14F-4D97-AF65-F5344CB8AC3E}">
        <p14:creationId xmlns:p14="http://schemas.microsoft.com/office/powerpoint/2010/main" val="37301616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hlinkClick r:id="rId3"/>
              </a:rPr>
              <a:t>Deployment considerations for Endpoint Privilege Management | Microsoft Learn</a:t>
            </a:r>
            <a:endParaRPr lang="LID4096" dirty="0"/>
          </a:p>
        </p:txBody>
      </p:sp>
      <p:sp>
        <p:nvSpPr>
          <p:cNvPr id="4" name="Tijdelijke aanduiding voor dianummer 3"/>
          <p:cNvSpPr>
            <a:spLocks noGrp="1"/>
          </p:cNvSpPr>
          <p:nvPr>
            <p:ph type="sldNum" sz="quarter" idx="5"/>
          </p:nvPr>
        </p:nvSpPr>
        <p:spPr/>
        <p:txBody>
          <a:bodyPr/>
          <a:lstStyle/>
          <a:p>
            <a:fld id="{4E93C7D5-4A52-40FA-A438-BC0D90C30E1D}" type="slidenum">
              <a:rPr lang="en-GB" smtClean="0"/>
              <a:t>42</a:t>
            </a:fld>
            <a:endParaRPr lang="en-GB"/>
          </a:p>
        </p:txBody>
      </p:sp>
    </p:spTree>
    <p:extLst>
      <p:ext uri="{BB962C8B-B14F-4D97-AF65-F5344CB8AC3E}">
        <p14:creationId xmlns:p14="http://schemas.microsoft.com/office/powerpoint/2010/main" val="8517768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4E93C7D5-4A52-40FA-A438-BC0D90C30E1D}" type="slidenum">
              <a:rPr lang="en-GB" smtClean="0"/>
              <a:t>43</a:t>
            </a:fld>
            <a:endParaRPr lang="en-GB"/>
          </a:p>
        </p:txBody>
      </p:sp>
    </p:spTree>
    <p:extLst>
      <p:ext uri="{BB962C8B-B14F-4D97-AF65-F5344CB8AC3E}">
        <p14:creationId xmlns:p14="http://schemas.microsoft.com/office/powerpoint/2010/main" val="5266263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4E93C7D5-4A52-40FA-A438-BC0D90C30E1D}" type="slidenum">
              <a:rPr lang="en-GB" smtClean="0"/>
              <a:t>45</a:t>
            </a:fld>
            <a:endParaRPr lang="en-GB"/>
          </a:p>
        </p:txBody>
      </p:sp>
    </p:spTree>
    <p:extLst>
      <p:ext uri="{BB962C8B-B14F-4D97-AF65-F5344CB8AC3E}">
        <p14:creationId xmlns:p14="http://schemas.microsoft.com/office/powerpoint/2010/main" val="7280160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kern="1200" dirty="0">
                <a:solidFill>
                  <a:schemeClr val="tx1"/>
                </a:solidFill>
                <a:effectLst/>
                <a:latin typeface="+mn-lt"/>
                <a:ea typeface="+mn-ea"/>
                <a:cs typeface="+mn-cs"/>
              </a:rPr>
              <a:t>Verify EPM client enrollment state: </a:t>
            </a:r>
          </a:p>
          <a:p>
            <a:pPr rtl="0" fontAlgn="base"/>
            <a:r>
              <a:rPr lang="en-US" sz="1200" b="1" i="0" kern="1200" dirty="0">
                <a:solidFill>
                  <a:schemeClr val="tx1"/>
                </a:solidFill>
                <a:effectLst/>
                <a:latin typeface="+mn-lt"/>
                <a:ea typeface="+mn-ea"/>
                <a:cs typeface="+mn-cs"/>
              </a:rPr>
              <a:t>Task Scheduler &gt; Microsoft &gt; Windows &gt; </a:t>
            </a:r>
            <a:r>
              <a:rPr lang="en-US" sz="1200" b="1" i="0" kern="1200" dirty="0" err="1">
                <a:solidFill>
                  <a:schemeClr val="tx1"/>
                </a:solidFill>
                <a:effectLst/>
                <a:latin typeface="+mn-lt"/>
                <a:ea typeface="+mn-ea"/>
                <a:cs typeface="+mn-cs"/>
              </a:rPr>
              <a:t>EnterpriseMgmt</a:t>
            </a:r>
            <a:r>
              <a:rPr lang="en-US" sz="1200" b="1" i="0" kern="1200" dirty="0">
                <a:solidFill>
                  <a:schemeClr val="tx1"/>
                </a:solidFill>
                <a:effectLst/>
                <a:latin typeface="+mn-lt"/>
                <a:ea typeface="+mn-ea"/>
                <a:cs typeface="+mn-cs"/>
              </a:rPr>
              <a:t> &gt; expand </a:t>
            </a:r>
            <a:r>
              <a:rPr lang="en-US" sz="1200" b="1" i="0" kern="1200" dirty="0" err="1">
                <a:solidFill>
                  <a:schemeClr val="tx1"/>
                </a:solidFill>
                <a:effectLst/>
                <a:latin typeface="+mn-lt"/>
                <a:ea typeface="+mn-ea"/>
                <a:cs typeface="+mn-cs"/>
              </a:rPr>
              <a:t>EnterpriseMgmt</a:t>
            </a:r>
            <a:r>
              <a:rPr lang="en-US" sz="1200" b="1" i="0" kern="1200" dirty="0">
                <a:solidFill>
                  <a:schemeClr val="tx1"/>
                </a:solidFill>
                <a:effectLst/>
                <a:latin typeface="+mn-lt"/>
                <a:ea typeface="+mn-ea"/>
                <a:cs typeface="+mn-cs"/>
              </a:rPr>
              <a:t> &gt;</a:t>
            </a:r>
            <a:r>
              <a:rPr lang="en-US" sz="1200" b="0" i="0" kern="1200" dirty="0">
                <a:solidFill>
                  <a:schemeClr val="tx1"/>
                </a:solidFill>
                <a:effectLst/>
                <a:latin typeface="+mn-lt"/>
                <a:ea typeface="+mn-ea"/>
                <a:cs typeface="+mn-cs"/>
              </a:rPr>
              <a:t> If you see two </a:t>
            </a:r>
            <a:r>
              <a:rPr lang="en-US" sz="1200" b="1" i="0" kern="1200" dirty="0">
                <a:solidFill>
                  <a:schemeClr val="tx1"/>
                </a:solidFill>
                <a:effectLst/>
                <a:latin typeface="+mn-lt"/>
                <a:ea typeface="+mn-ea"/>
                <a:cs typeface="+mn-cs"/>
              </a:rPr>
              <a:t>GUIDs</a:t>
            </a:r>
            <a:r>
              <a:rPr lang="en-US" sz="1200" b="0" i="0" kern="1200" dirty="0">
                <a:solidFill>
                  <a:schemeClr val="tx1"/>
                </a:solidFill>
                <a:effectLst/>
                <a:latin typeface="+mn-lt"/>
                <a:ea typeface="+mn-ea"/>
                <a:cs typeface="+mn-cs"/>
              </a:rPr>
              <a:t> your devices are enrolled. </a:t>
            </a:r>
          </a:p>
          <a:p>
            <a:pPr rtl="0" fontAlgn="base"/>
            <a:r>
              <a:rPr lang="en-US" sz="1200" b="0" i="0" kern="1200" dirty="0">
                <a:solidFill>
                  <a:schemeClr val="tx1"/>
                </a:solidFill>
                <a:effectLst/>
                <a:latin typeface="+mn-lt"/>
                <a:ea typeface="+mn-ea"/>
                <a:cs typeface="+mn-cs"/>
              </a:rPr>
              <a:t>Note it can take up to 15 minutes. </a:t>
            </a:r>
            <a:endParaRPr lang="en-BE" dirty="0"/>
          </a:p>
        </p:txBody>
      </p:sp>
      <p:sp>
        <p:nvSpPr>
          <p:cNvPr id="4" name="Slide Number Placeholder 3"/>
          <p:cNvSpPr>
            <a:spLocks noGrp="1"/>
          </p:cNvSpPr>
          <p:nvPr>
            <p:ph type="sldNum" sz="quarter" idx="5"/>
          </p:nvPr>
        </p:nvSpPr>
        <p:spPr/>
        <p:txBody>
          <a:bodyPr/>
          <a:lstStyle/>
          <a:p>
            <a:fld id="{4E93C7D5-4A52-40FA-A438-BC0D90C30E1D}" type="slidenum">
              <a:rPr lang="en-GB" smtClean="0"/>
              <a:t>47</a:t>
            </a:fld>
            <a:endParaRPr lang="en-GB"/>
          </a:p>
        </p:txBody>
      </p:sp>
    </p:spTree>
    <p:extLst>
      <p:ext uri="{BB962C8B-B14F-4D97-AF65-F5344CB8AC3E}">
        <p14:creationId xmlns:p14="http://schemas.microsoft.com/office/powerpoint/2010/main" val="39570472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AFC55-EED7-323A-3A8B-82EA70874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A8240-1713-091E-B7F2-10BF56303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17FB9C-1F4D-CE02-6C8F-A9DB01DCF882}"/>
              </a:ext>
            </a:extLst>
          </p:cNvPr>
          <p:cNvSpPr>
            <a:spLocks noGrp="1"/>
          </p:cNvSpPr>
          <p:nvPr>
            <p:ph type="body" idx="1"/>
          </p:nvPr>
        </p:nvSpPr>
        <p:spPr/>
        <p:txBody>
          <a:bodyPr/>
          <a:lstStyle/>
          <a:p>
            <a:pPr rtl="0" fontAlgn="base"/>
            <a:r>
              <a:rPr lang="en-US" sz="1200" b="0" i="0" kern="1200" dirty="0">
                <a:solidFill>
                  <a:schemeClr val="tx1"/>
                </a:solidFill>
                <a:effectLst/>
                <a:latin typeface="+mn-lt"/>
                <a:ea typeface="+mn-ea"/>
                <a:cs typeface="+mn-cs"/>
              </a:rPr>
              <a:t>Check EPM client installation folder </a:t>
            </a:r>
          </a:p>
          <a:p>
            <a:pPr rtl="0" fontAlgn="base"/>
            <a:r>
              <a:rPr lang="en-US" sz="1200" b="1" i="0" kern="1200" dirty="0">
                <a:solidFill>
                  <a:schemeClr val="tx1"/>
                </a:solidFill>
                <a:effectLst/>
                <a:latin typeface="+mn-lt"/>
                <a:ea typeface="+mn-ea"/>
                <a:cs typeface="+mn-cs"/>
              </a:rPr>
              <a:t>C:\Program Files\Microsoft EPM Agent </a:t>
            </a:r>
            <a:r>
              <a:rPr lang="en-US" sz="1200" b="0" i="0" kern="1200" dirty="0">
                <a:solidFill>
                  <a:schemeClr val="tx1"/>
                </a:solidFill>
                <a:effectLst/>
                <a:latin typeface="+mn-lt"/>
                <a:ea typeface="+mn-ea"/>
                <a:cs typeface="+mn-cs"/>
              </a:rPr>
              <a:t> </a:t>
            </a:r>
          </a:p>
        </p:txBody>
      </p:sp>
      <p:sp>
        <p:nvSpPr>
          <p:cNvPr id="4" name="Slide Number Placeholder 3">
            <a:extLst>
              <a:ext uri="{FF2B5EF4-FFF2-40B4-BE49-F238E27FC236}">
                <a16:creationId xmlns:a16="http://schemas.microsoft.com/office/drawing/2014/main" id="{74EBE379-0FA8-A91D-E816-A53FAA4BA122}"/>
              </a:ext>
            </a:extLst>
          </p:cNvPr>
          <p:cNvSpPr>
            <a:spLocks noGrp="1"/>
          </p:cNvSpPr>
          <p:nvPr>
            <p:ph type="sldNum" sz="quarter" idx="5"/>
          </p:nvPr>
        </p:nvSpPr>
        <p:spPr/>
        <p:txBody>
          <a:bodyPr/>
          <a:lstStyle/>
          <a:p>
            <a:fld id="{4E93C7D5-4A52-40FA-A438-BC0D90C30E1D}" type="slidenum">
              <a:rPr lang="en-GB" smtClean="0"/>
              <a:t>48</a:t>
            </a:fld>
            <a:endParaRPr lang="en-GB"/>
          </a:p>
        </p:txBody>
      </p:sp>
    </p:spTree>
    <p:extLst>
      <p:ext uri="{BB962C8B-B14F-4D97-AF65-F5344CB8AC3E}">
        <p14:creationId xmlns:p14="http://schemas.microsoft.com/office/powerpoint/2010/main" val="35732905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605CB-98A2-3B75-0A5F-74B46D65B7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975AC-45AA-0E83-4420-DA76625961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20A634-CFAC-6CE2-1E30-C3826D751EFE}"/>
              </a:ext>
            </a:extLst>
          </p:cNvPr>
          <p:cNvSpPr>
            <a:spLocks noGrp="1"/>
          </p:cNvSpPr>
          <p:nvPr>
            <p:ph type="body" idx="1"/>
          </p:nvPr>
        </p:nvSpPr>
        <p:spPr/>
        <p:txBody>
          <a:bodyPr/>
          <a:lstStyle/>
          <a:p>
            <a:pPr rtl="0" fontAlgn="base"/>
            <a:r>
              <a:rPr lang="en-US" sz="1200" b="0" i="0" kern="1200" dirty="0">
                <a:solidFill>
                  <a:schemeClr val="tx1"/>
                </a:solidFill>
                <a:effectLst/>
                <a:latin typeface="+mn-lt"/>
                <a:ea typeface="+mn-ea"/>
                <a:cs typeface="+mn-cs"/>
              </a:rPr>
              <a:t>Validate EPM Service is running. </a:t>
            </a:r>
          </a:p>
          <a:p>
            <a:pPr rtl="0" fontAlgn="base"/>
            <a:r>
              <a:rPr lang="en-US" sz="1200" b="0" i="0" kern="1200" dirty="0">
                <a:solidFill>
                  <a:schemeClr val="tx1"/>
                </a:solidFill>
                <a:effectLst/>
                <a:latin typeface="+mn-lt"/>
                <a:ea typeface="+mn-ea"/>
                <a:cs typeface="+mn-cs"/>
              </a:rPr>
              <a:t>Open </a:t>
            </a:r>
            <a:r>
              <a:rPr lang="en-US" sz="1200" b="1" i="0" kern="1200" dirty="0">
                <a:solidFill>
                  <a:schemeClr val="tx1"/>
                </a:solidFill>
                <a:effectLst/>
                <a:latin typeface="+mn-lt"/>
                <a:ea typeface="+mn-ea"/>
                <a:cs typeface="+mn-cs"/>
              </a:rPr>
              <a:t>Task Manager</a:t>
            </a:r>
            <a:r>
              <a:rPr lang="en-US" sz="1200" b="0" i="0" kern="1200" dirty="0">
                <a:solidFill>
                  <a:schemeClr val="tx1"/>
                </a:solidFill>
                <a:effectLst/>
                <a:latin typeface="+mn-lt"/>
                <a:ea typeface="+mn-ea"/>
                <a:cs typeface="+mn-cs"/>
              </a:rPr>
              <a:t> &gt; verify </a:t>
            </a:r>
            <a:r>
              <a:rPr lang="en-US" sz="1200" b="1" i="0" kern="1200" dirty="0">
                <a:solidFill>
                  <a:schemeClr val="tx1"/>
                </a:solidFill>
                <a:effectLst/>
                <a:latin typeface="+mn-lt"/>
                <a:ea typeface="+mn-ea"/>
                <a:cs typeface="+mn-cs"/>
              </a:rPr>
              <a:t>EPM Service</a:t>
            </a:r>
            <a:r>
              <a:rPr lang="en-US" sz="1200" b="0" i="0" kern="1200" dirty="0">
                <a:solidFill>
                  <a:schemeClr val="tx1"/>
                </a:solidFill>
                <a:effectLst/>
                <a:latin typeface="+mn-lt"/>
                <a:ea typeface="+mn-ea"/>
                <a:cs typeface="+mn-cs"/>
              </a:rPr>
              <a:t> is running. </a:t>
            </a:r>
          </a:p>
          <a:p>
            <a:endParaRPr lang="en-BE" dirty="0"/>
          </a:p>
        </p:txBody>
      </p:sp>
      <p:sp>
        <p:nvSpPr>
          <p:cNvPr id="4" name="Slide Number Placeholder 3">
            <a:extLst>
              <a:ext uri="{FF2B5EF4-FFF2-40B4-BE49-F238E27FC236}">
                <a16:creationId xmlns:a16="http://schemas.microsoft.com/office/drawing/2014/main" id="{82790EE3-10D9-A6C8-99A5-489AE638A6FB}"/>
              </a:ext>
            </a:extLst>
          </p:cNvPr>
          <p:cNvSpPr>
            <a:spLocks noGrp="1"/>
          </p:cNvSpPr>
          <p:nvPr>
            <p:ph type="sldNum" sz="quarter" idx="5"/>
          </p:nvPr>
        </p:nvSpPr>
        <p:spPr/>
        <p:txBody>
          <a:bodyPr/>
          <a:lstStyle/>
          <a:p>
            <a:fld id="{4E93C7D5-4A52-40FA-A438-BC0D90C30E1D}" type="slidenum">
              <a:rPr lang="en-GB" smtClean="0"/>
              <a:t>49</a:t>
            </a:fld>
            <a:endParaRPr lang="en-GB"/>
          </a:p>
        </p:txBody>
      </p:sp>
    </p:spTree>
    <p:extLst>
      <p:ext uri="{BB962C8B-B14F-4D97-AF65-F5344CB8AC3E}">
        <p14:creationId xmlns:p14="http://schemas.microsoft.com/office/powerpoint/2010/main" val="11864066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7D057-D412-1AEA-4BA2-74D42E835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15F9BE-22E7-3A90-102D-E477D870A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C56F1-472B-18F9-D548-A2B8BBE2A545}"/>
              </a:ext>
            </a:extLst>
          </p:cNvPr>
          <p:cNvSpPr>
            <a:spLocks noGrp="1"/>
          </p:cNvSpPr>
          <p:nvPr>
            <p:ph type="body" idx="1"/>
          </p:nvPr>
        </p:nvSpPr>
        <p:spPr/>
        <p:txBody>
          <a:bodyPr/>
          <a:lstStyle/>
          <a:p>
            <a:pPr rtl="0" fontAlgn="base"/>
            <a:r>
              <a:rPr lang="en-US" sz="1200" b="0" i="0" kern="1200" dirty="0">
                <a:solidFill>
                  <a:schemeClr val="tx1"/>
                </a:solidFill>
                <a:effectLst/>
                <a:latin typeface="+mn-lt"/>
                <a:ea typeface="+mn-ea"/>
                <a:cs typeface="+mn-cs"/>
              </a:rPr>
              <a:t>Validate your EPM policy has been received and processed. </a:t>
            </a:r>
          </a:p>
          <a:p>
            <a:pPr rtl="0" fontAlgn="base"/>
            <a:r>
              <a:rPr lang="en-US" sz="1200" b="0" i="0" kern="1200" dirty="0">
                <a:solidFill>
                  <a:schemeClr val="tx1"/>
                </a:solidFill>
                <a:effectLst/>
                <a:latin typeface="+mn-lt"/>
                <a:ea typeface="+mn-ea"/>
                <a:cs typeface="+mn-cs"/>
              </a:rPr>
              <a:t>Navigate to </a:t>
            </a:r>
            <a:r>
              <a:rPr lang="en-US" sz="1200" b="1" i="0" kern="1200" dirty="0">
                <a:solidFill>
                  <a:schemeClr val="tx1"/>
                </a:solidFill>
                <a:effectLst/>
                <a:latin typeface="+mn-lt"/>
                <a:ea typeface="+mn-ea"/>
                <a:cs typeface="+mn-cs"/>
              </a:rPr>
              <a:t>c:\program files\</a:t>
            </a:r>
            <a:r>
              <a:rPr lang="en-US" sz="1200" b="1" i="0" kern="1200" dirty="0" err="1">
                <a:solidFill>
                  <a:schemeClr val="tx1"/>
                </a:solidFill>
                <a:effectLst/>
                <a:latin typeface="+mn-lt"/>
                <a:ea typeface="+mn-ea"/>
                <a:cs typeface="+mn-cs"/>
              </a:rPr>
              <a:t>microsoft</a:t>
            </a:r>
            <a:r>
              <a:rPr lang="en-US" sz="1200" b="1" i="0" kern="1200" dirty="0">
                <a:solidFill>
                  <a:schemeClr val="tx1"/>
                </a:solidFill>
                <a:effectLst/>
                <a:latin typeface="+mn-lt"/>
                <a:ea typeface="+mn-ea"/>
                <a:cs typeface="+mn-cs"/>
              </a:rPr>
              <a:t> EPM agent\</a:t>
            </a:r>
            <a:r>
              <a:rPr lang="en-US" sz="1200" b="1" i="0" kern="1200" dirty="0" err="1">
                <a:solidFill>
                  <a:schemeClr val="tx1"/>
                </a:solidFill>
                <a:effectLst/>
                <a:latin typeface="+mn-lt"/>
                <a:ea typeface="+mn-ea"/>
                <a:cs typeface="+mn-cs"/>
              </a:rPr>
              <a:t>epmtools</a:t>
            </a:r>
            <a:r>
              <a:rPr lang="en-US" sz="1200" b="0" i="0" kern="1200" dirty="0">
                <a:solidFill>
                  <a:schemeClr val="tx1"/>
                </a:solidFill>
                <a:effectLst/>
                <a:latin typeface="+mn-lt"/>
                <a:ea typeface="+mn-ea"/>
                <a:cs typeface="+mn-cs"/>
              </a:rPr>
              <a:t> </a:t>
            </a:r>
          </a:p>
          <a:p>
            <a:pPr rtl="0" fontAlgn="base"/>
            <a:r>
              <a:rPr lang="en-US" sz="1200" b="0" i="0" kern="1200" dirty="0">
                <a:solidFill>
                  <a:schemeClr val="tx1"/>
                </a:solidFill>
                <a:effectLst/>
                <a:latin typeface="+mn-lt"/>
                <a:ea typeface="+mn-ea"/>
                <a:cs typeface="+mn-cs"/>
              </a:rPr>
              <a:t>Open the readme.txt file for directions on how to use the EPM PowerShell Module </a:t>
            </a:r>
          </a:p>
        </p:txBody>
      </p:sp>
      <p:sp>
        <p:nvSpPr>
          <p:cNvPr id="4" name="Slide Number Placeholder 3">
            <a:extLst>
              <a:ext uri="{FF2B5EF4-FFF2-40B4-BE49-F238E27FC236}">
                <a16:creationId xmlns:a16="http://schemas.microsoft.com/office/drawing/2014/main" id="{9FF4D265-1131-0371-E5AF-6CE3949828A0}"/>
              </a:ext>
            </a:extLst>
          </p:cNvPr>
          <p:cNvSpPr>
            <a:spLocks noGrp="1"/>
          </p:cNvSpPr>
          <p:nvPr>
            <p:ph type="sldNum" sz="quarter" idx="5"/>
          </p:nvPr>
        </p:nvSpPr>
        <p:spPr/>
        <p:txBody>
          <a:bodyPr/>
          <a:lstStyle/>
          <a:p>
            <a:fld id="{4E93C7D5-4A52-40FA-A438-BC0D90C30E1D}" type="slidenum">
              <a:rPr lang="en-GB" smtClean="0"/>
              <a:t>50</a:t>
            </a:fld>
            <a:endParaRPr lang="en-GB"/>
          </a:p>
        </p:txBody>
      </p:sp>
    </p:spTree>
    <p:extLst>
      <p:ext uri="{BB962C8B-B14F-4D97-AF65-F5344CB8AC3E}">
        <p14:creationId xmlns:p14="http://schemas.microsoft.com/office/powerpoint/2010/main" val="33568703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AFE37-A87C-C18F-EA7E-B8199178F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161B6E-0D44-3ABD-9A90-702808080D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BC4FB7-5D51-77B8-CA33-3CDC77F8311F}"/>
              </a:ext>
            </a:extLst>
          </p:cNvPr>
          <p:cNvSpPr>
            <a:spLocks noGrp="1"/>
          </p:cNvSpPr>
          <p:nvPr>
            <p:ph type="body" idx="1"/>
          </p:nvPr>
        </p:nvSpPr>
        <p:spPr/>
        <p:txBody>
          <a:bodyPr/>
          <a:lstStyle/>
          <a:p>
            <a:pPr rtl="0" fontAlgn="base"/>
            <a:r>
              <a:rPr lang="en-US" sz="1200" b="0" i="0" kern="1200" dirty="0">
                <a:solidFill>
                  <a:schemeClr val="tx1"/>
                </a:solidFill>
                <a:effectLst/>
                <a:latin typeface="+mn-lt"/>
                <a:ea typeface="+mn-ea"/>
                <a:cs typeface="+mn-cs"/>
              </a:rPr>
              <a:t>Validate your EPM policy has been received and processed. </a:t>
            </a:r>
          </a:p>
          <a:p>
            <a:pPr rtl="0" fontAlgn="base"/>
            <a:r>
              <a:rPr lang="en-US" sz="1200" b="0" i="0" kern="1200" dirty="0">
                <a:solidFill>
                  <a:schemeClr val="tx1"/>
                </a:solidFill>
                <a:effectLst/>
                <a:latin typeface="+mn-lt"/>
                <a:ea typeface="+mn-ea"/>
                <a:cs typeface="+mn-cs"/>
              </a:rPr>
              <a:t>Navigate to </a:t>
            </a:r>
            <a:r>
              <a:rPr lang="en-US" sz="1200" b="1" i="0" kern="1200" dirty="0">
                <a:solidFill>
                  <a:schemeClr val="tx1"/>
                </a:solidFill>
                <a:effectLst/>
                <a:latin typeface="+mn-lt"/>
                <a:ea typeface="+mn-ea"/>
                <a:cs typeface="+mn-cs"/>
              </a:rPr>
              <a:t>c:\program files\</a:t>
            </a:r>
            <a:r>
              <a:rPr lang="en-US" sz="1200" b="1" i="0" kern="1200" dirty="0" err="1">
                <a:solidFill>
                  <a:schemeClr val="tx1"/>
                </a:solidFill>
                <a:effectLst/>
                <a:latin typeface="+mn-lt"/>
                <a:ea typeface="+mn-ea"/>
                <a:cs typeface="+mn-cs"/>
              </a:rPr>
              <a:t>microsoft</a:t>
            </a:r>
            <a:r>
              <a:rPr lang="en-US" sz="1200" b="1" i="0" kern="1200" dirty="0">
                <a:solidFill>
                  <a:schemeClr val="tx1"/>
                </a:solidFill>
                <a:effectLst/>
                <a:latin typeface="+mn-lt"/>
                <a:ea typeface="+mn-ea"/>
                <a:cs typeface="+mn-cs"/>
              </a:rPr>
              <a:t> EPM agent\</a:t>
            </a:r>
            <a:r>
              <a:rPr lang="en-US" sz="1200" b="1" i="0" kern="1200" dirty="0" err="1">
                <a:solidFill>
                  <a:schemeClr val="tx1"/>
                </a:solidFill>
                <a:effectLst/>
                <a:latin typeface="+mn-lt"/>
                <a:ea typeface="+mn-ea"/>
                <a:cs typeface="+mn-cs"/>
              </a:rPr>
              <a:t>epmtools</a:t>
            </a:r>
            <a:r>
              <a:rPr lang="en-US" sz="1200" b="0" i="0" kern="1200" dirty="0">
                <a:solidFill>
                  <a:schemeClr val="tx1"/>
                </a:solidFill>
                <a:effectLst/>
                <a:latin typeface="+mn-lt"/>
                <a:ea typeface="+mn-ea"/>
                <a:cs typeface="+mn-cs"/>
              </a:rPr>
              <a:t> </a:t>
            </a:r>
          </a:p>
          <a:p>
            <a:pPr rtl="0" fontAlgn="base"/>
            <a:r>
              <a:rPr lang="en-US" sz="1200" b="0" i="0" kern="1200" dirty="0">
                <a:solidFill>
                  <a:schemeClr val="tx1"/>
                </a:solidFill>
                <a:effectLst/>
                <a:latin typeface="+mn-lt"/>
                <a:ea typeface="+mn-ea"/>
                <a:cs typeface="+mn-cs"/>
              </a:rPr>
              <a:t>Open the readme.txt file for directions on how to use the EPM PowerShell Module </a:t>
            </a:r>
          </a:p>
        </p:txBody>
      </p:sp>
      <p:sp>
        <p:nvSpPr>
          <p:cNvPr id="4" name="Slide Number Placeholder 3">
            <a:extLst>
              <a:ext uri="{FF2B5EF4-FFF2-40B4-BE49-F238E27FC236}">
                <a16:creationId xmlns:a16="http://schemas.microsoft.com/office/drawing/2014/main" id="{6CDC14EB-9CEF-6925-9AD9-0681BA144C69}"/>
              </a:ext>
            </a:extLst>
          </p:cNvPr>
          <p:cNvSpPr>
            <a:spLocks noGrp="1"/>
          </p:cNvSpPr>
          <p:nvPr>
            <p:ph type="sldNum" sz="quarter" idx="5"/>
          </p:nvPr>
        </p:nvSpPr>
        <p:spPr/>
        <p:txBody>
          <a:bodyPr/>
          <a:lstStyle/>
          <a:p>
            <a:fld id="{4E93C7D5-4A52-40FA-A438-BC0D90C30E1D}" type="slidenum">
              <a:rPr lang="en-GB" smtClean="0"/>
              <a:t>51</a:t>
            </a:fld>
            <a:endParaRPr lang="en-GB"/>
          </a:p>
        </p:txBody>
      </p:sp>
    </p:spTree>
    <p:extLst>
      <p:ext uri="{BB962C8B-B14F-4D97-AF65-F5344CB8AC3E}">
        <p14:creationId xmlns:p14="http://schemas.microsoft.com/office/powerpoint/2010/main" val="15047670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4E93C7D5-4A52-40FA-A438-BC0D90C30E1D}" type="slidenum">
              <a:rPr lang="en-GB" smtClean="0"/>
              <a:t>53</a:t>
            </a:fld>
            <a:endParaRPr lang="en-GB"/>
          </a:p>
        </p:txBody>
      </p:sp>
    </p:spTree>
    <p:extLst>
      <p:ext uri="{BB962C8B-B14F-4D97-AF65-F5344CB8AC3E}">
        <p14:creationId xmlns:p14="http://schemas.microsoft.com/office/powerpoint/2010/main" val="23786973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E93C7D5-4A52-40FA-A438-BC0D90C30E1D}" type="slidenum">
              <a:rPr lang="en-GB" smtClean="0"/>
              <a:t>55</a:t>
            </a:fld>
            <a:endParaRPr lang="en-GB"/>
          </a:p>
        </p:txBody>
      </p:sp>
    </p:spTree>
    <p:extLst>
      <p:ext uri="{BB962C8B-B14F-4D97-AF65-F5344CB8AC3E}">
        <p14:creationId xmlns:p14="http://schemas.microsoft.com/office/powerpoint/2010/main" val="7577897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a:gsLst>
            <a:gs pos="0">
              <a:srgbClr val="060D28"/>
            </a:gs>
            <a:gs pos="50000">
              <a:srgbClr val="00174E"/>
            </a:gs>
            <a:gs pos="100000">
              <a:srgbClr val="060D28"/>
            </a:gs>
          </a:gsLst>
          <a:lin ang="16200000" scaled="0"/>
        </a:gradFill>
        <a:effectLst/>
      </p:bgPr>
    </p:bg>
    <p:spTree>
      <p:nvGrpSpPr>
        <p:cNvPr id="1" name=""/>
        <p:cNvGrpSpPr/>
        <p:nvPr/>
      </p:nvGrpSpPr>
      <p:grpSpPr>
        <a:xfrm>
          <a:off x="0" y="0"/>
          <a:ext cx="0" cy="0"/>
          <a:chOff x="0" y="0"/>
          <a:chExt cx="0" cy="0"/>
        </a:xfrm>
      </p:grpSpPr>
      <p:pic>
        <p:nvPicPr>
          <p:cNvPr id="21" name="Picture 20" descr="A city with a clock tower&#10;&#10;AI-generated content may be incorrect.">
            <a:extLst>
              <a:ext uri="{FF2B5EF4-FFF2-40B4-BE49-F238E27FC236}">
                <a16:creationId xmlns:a16="http://schemas.microsoft.com/office/drawing/2014/main" id="{58795E56-F69F-8C0E-B76E-F7EC666C8DDE}"/>
              </a:ext>
            </a:extLst>
          </p:cNvPr>
          <p:cNvPicPr>
            <a:picLocks noGrp="1" noRot="1" noChangeAspect="1" noMove="1" noResize="1" noEditPoints="1" noAdjustHandles="1" noChangeArrowheads="1" noChangeShapeType="1" noCrop="1"/>
          </p:cNvPicPr>
          <p:nvPr userDrawn="1"/>
        </p:nvPicPr>
        <p:blipFill>
          <a:blip r:embed="rId2">
            <a:alphaModFix amt="10000"/>
            <a:extLst>
              <a:ext uri="{28A0092B-C50C-407E-A947-70E740481C1C}">
                <a14:useLocalDpi xmlns:a14="http://schemas.microsoft.com/office/drawing/2010/main" val="0"/>
              </a:ext>
            </a:extLst>
          </a:blip>
          <a:stretch>
            <a:fillRect/>
          </a:stretch>
        </p:blipFill>
        <p:spPr>
          <a:xfrm>
            <a:off x="0" y="-561219"/>
            <a:ext cx="12192000" cy="8142361"/>
          </a:xfrm>
          <a:prstGeom prst="rect">
            <a:avLst/>
          </a:prstGeom>
        </p:spPr>
      </p:pic>
      <p:sp>
        <p:nvSpPr>
          <p:cNvPr id="2" name="Title 1">
            <a:extLst>
              <a:ext uri="{FF2B5EF4-FFF2-40B4-BE49-F238E27FC236}">
                <a16:creationId xmlns:a16="http://schemas.microsoft.com/office/drawing/2014/main" id="{11056568-9AAB-8E44-9C13-DD47C59442C1}"/>
              </a:ext>
            </a:extLst>
          </p:cNvPr>
          <p:cNvSpPr>
            <a:spLocks noGrp="1"/>
          </p:cNvSpPr>
          <p:nvPr>
            <p:ph type="ctrTitle" hasCustomPrompt="1"/>
          </p:nvPr>
        </p:nvSpPr>
        <p:spPr>
          <a:xfrm>
            <a:off x="1524000" y="1854199"/>
            <a:ext cx="9144000" cy="1655763"/>
          </a:xfrm>
        </p:spPr>
        <p:txBody>
          <a:bodyPr anchor="b">
            <a:normAutofit/>
          </a:bodyPr>
          <a:lstStyle>
            <a:lvl1pPr algn="ctr">
              <a:defRPr sz="4800">
                <a:latin typeface="Aptos Black" panose="020F0502020204030204" pitchFamily="34" charset="0"/>
              </a:defRPr>
            </a:lvl1pPr>
          </a:lstStyle>
          <a:p>
            <a:r>
              <a:rPr lang="en-US" dirty="0"/>
              <a:t>SESSION NAME</a:t>
            </a:r>
            <a:endParaRPr lang="en-GB" dirty="0"/>
          </a:p>
        </p:txBody>
      </p:sp>
      <p:sp>
        <p:nvSpPr>
          <p:cNvPr id="7" name="Rectangle: Rounded Corners 6">
            <a:extLst>
              <a:ext uri="{FF2B5EF4-FFF2-40B4-BE49-F238E27FC236}">
                <a16:creationId xmlns:a16="http://schemas.microsoft.com/office/drawing/2014/main" id="{751E3D71-5473-58BD-5CF4-52FB3AD4362C}"/>
              </a:ext>
            </a:extLst>
          </p:cNvPr>
          <p:cNvSpPr/>
          <p:nvPr userDrawn="1"/>
        </p:nvSpPr>
        <p:spPr>
          <a:xfrm>
            <a:off x="146649" y="146649"/>
            <a:ext cx="11898702" cy="6564701"/>
          </a:xfrm>
          <a:prstGeom prst="roundRect">
            <a:avLst>
              <a:gd name="adj" fmla="val 3001"/>
            </a:avLst>
          </a:prstGeom>
          <a:noFill/>
          <a:ln w="57150">
            <a:solidFill>
              <a:srgbClr val="007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 name="Picture 17" descr="A black background with white text&#10;&#10;AI-generated content may be incorrect.">
            <a:extLst>
              <a:ext uri="{FF2B5EF4-FFF2-40B4-BE49-F238E27FC236}">
                <a16:creationId xmlns:a16="http://schemas.microsoft.com/office/drawing/2014/main" id="{CA34B245-7F2E-6F31-477F-2048B887177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909" y="400649"/>
            <a:ext cx="5396182" cy="885683"/>
          </a:xfrm>
          <a:prstGeom prst="rect">
            <a:avLst/>
          </a:prstGeom>
        </p:spPr>
      </p:pic>
      <p:sp>
        <p:nvSpPr>
          <p:cNvPr id="24" name="Subtitle 2">
            <a:extLst>
              <a:ext uri="{FF2B5EF4-FFF2-40B4-BE49-F238E27FC236}">
                <a16:creationId xmlns:a16="http://schemas.microsoft.com/office/drawing/2014/main" id="{BF456E57-6D6F-B9BC-0266-15663C0CB204}"/>
              </a:ext>
            </a:extLst>
          </p:cNvPr>
          <p:cNvSpPr txBox="1">
            <a:spLocks/>
          </p:cNvSpPr>
          <p:nvPr userDrawn="1"/>
        </p:nvSpPr>
        <p:spPr>
          <a:xfrm>
            <a:off x="1524000" y="4197515"/>
            <a:ext cx="333375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rgbClr val="007DFF"/>
                </a:solidFill>
                <a:latin typeface="Aptos Black"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bg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GB" sz="2000" dirty="0">
              <a:solidFill>
                <a:schemeClr val="bg1"/>
              </a:solidFill>
              <a:latin typeface="+mn-lt"/>
            </a:endParaRPr>
          </a:p>
        </p:txBody>
      </p:sp>
      <p:sp>
        <p:nvSpPr>
          <p:cNvPr id="26" name="Text Placeholder 25">
            <a:extLst>
              <a:ext uri="{FF2B5EF4-FFF2-40B4-BE49-F238E27FC236}">
                <a16:creationId xmlns:a16="http://schemas.microsoft.com/office/drawing/2014/main" id="{C4CB56A7-5B0E-177C-D6BB-3C2F7EA371F6}"/>
              </a:ext>
            </a:extLst>
          </p:cNvPr>
          <p:cNvSpPr>
            <a:spLocks noGrp="1"/>
          </p:cNvSpPr>
          <p:nvPr>
            <p:ph type="body" sz="quarter" idx="12" hasCustomPrompt="1"/>
          </p:nvPr>
        </p:nvSpPr>
        <p:spPr>
          <a:xfrm>
            <a:off x="1524000" y="3979681"/>
            <a:ext cx="3057525" cy="476297"/>
          </a:xfrm>
        </p:spPr>
        <p:txBody>
          <a:bodyPr>
            <a:normAutofit/>
          </a:bodyPr>
          <a:lstStyle>
            <a:lvl1pPr marL="0" indent="0" algn="l">
              <a:buNone/>
              <a:defRPr sz="1800">
                <a:solidFill>
                  <a:srgbClr val="007DFF"/>
                </a:solidFill>
                <a:latin typeface="Aptos Black" panose="020B0004020202020204" pitchFamily="34" charset="0"/>
              </a:defRPr>
            </a:lvl1pPr>
          </a:lstStyle>
          <a:p>
            <a:pPr marL="228600" marR="0" lvl="0" indent="-228600" algn="l" defTabSz="914400" rtl="0" eaLnBrk="1" fontAlgn="auto" latinLnBrk="0" hangingPunct="1">
              <a:lnSpc>
                <a:spcPct val="100000"/>
              </a:lnSpc>
              <a:spcBef>
                <a:spcPts val="0"/>
              </a:spcBef>
              <a:spcAft>
                <a:spcPts val="0"/>
              </a:spcAft>
              <a:buClrTx/>
              <a:buSzTx/>
              <a:tabLst/>
              <a:defRPr/>
            </a:pPr>
            <a:r>
              <a:rPr kumimoji="0" lang="en-GB" sz="2000" b="0" i="0" u="none" strike="noStrike" kern="1200" cap="none" spc="0" normalizeH="0" baseline="0" noProof="0" dirty="0" err="1">
                <a:ln>
                  <a:noFill/>
                </a:ln>
                <a:solidFill>
                  <a:prstClr val="white"/>
                </a:solidFill>
                <a:effectLst/>
                <a:uLnTx/>
                <a:uFillTx/>
                <a:latin typeface="Aptos" panose="02110004020202020204"/>
                <a:ea typeface="+mn-ea"/>
                <a:cs typeface="+mn-cs"/>
              </a:rPr>
              <a:t>Firstname</a:t>
            </a:r>
            <a:r>
              <a:rPr kumimoji="0" lang="en-GB" sz="2000" b="0" i="0" u="none" strike="noStrike" kern="1200" cap="none" spc="0" normalizeH="0" baseline="0" noProof="0" dirty="0">
                <a:ln>
                  <a:noFill/>
                </a:ln>
                <a:solidFill>
                  <a:prstClr val="white"/>
                </a:solidFill>
                <a:effectLst/>
                <a:uLnTx/>
                <a:uFillTx/>
                <a:latin typeface="Aptos" panose="02110004020202020204"/>
                <a:ea typeface="+mn-ea"/>
                <a:cs typeface="+mn-cs"/>
              </a:rPr>
              <a:t> </a:t>
            </a:r>
            <a:r>
              <a:rPr kumimoji="0" lang="en-GB" sz="2000" b="0" i="0" u="none" strike="noStrike" kern="1200" cap="none" spc="0" normalizeH="0" baseline="0" noProof="0" dirty="0" err="1">
                <a:ln>
                  <a:noFill/>
                </a:ln>
                <a:solidFill>
                  <a:prstClr val="white"/>
                </a:solidFill>
                <a:effectLst/>
                <a:uLnTx/>
                <a:uFillTx/>
                <a:latin typeface="Aptos" panose="02110004020202020204"/>
                <a:ea typeface="+mn-ea"/>
                <a:cs typeface="+mn-cs"/>
              </a:rPr>
              <a:t>Lastname</a:t>
            </a:r>
            <a:endParaRPr kumimoji="0" lang="en-GB"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7" name="Text Placeholder 25">
            <a:extLst>
              <a:ext uri="{FF2B5EF4-FFF2-40B4-BE49-F238E27FC236}">
                <a16:creationId xmlns:a16="http://schemas.microsoft.com/office/drawing/2014/main" id="{CB1F8AE7-83F6-D49B-4CF8-4673FA4C389C}"/>
              </a:ext>
            </a:extLst>
          </p:cNvPr>
          <p:cNvSpPr>
            <a:spLocks noGrp="1"/>
          </p:cNvSpPr>
          <p:nvPr>
            <p:ph type="body" sz="quarter" idx="13" hasCustomPrompt="1"/>
          </p:nvPr>
        </p:nvSpPr>
        <p:spPr>
          <a:xfrm>
            <a:off x="7610477" y="3979680"/>
            <a:ext cx="3057525" cy="476297"/>
          </a:xfrm>
        </p:spPr>
        <p:txBody>
          <a:bodyPr>
            <a:normAutofit/>
          </a:bodyPr>
          <a:lstStyle>
            <a:lvl1pPr marL="0" indent="0" algn="r">
              <a:buNone/>
              <a:defRPr sz="1800">
                <a:solidFill>
                  <a:srgbClr val="007DFF"/>
                </a:solidFill>
                <a:latin typeface="Aptos Black" panose="020B0004020202020204" pitchFamily="34" charset="0"/>
              </a:defRPr>
            </a:lvl1pPr>
          </a:lstStyle>
          <a:p>
            <a:pPr marL="228600" marR="0" lvl="0" indent="-228600" algn="l" defTabSz="914400" rtl="0" eaLnBrk="1" fontAlgn="auto" latinLnBrk="0" hangingPunct="1">
              <a:lnSpc>
                <a:spcPct val="100000"/>
              </a:lnSpc>
              <a:spcBef>
                <a:spcPts val="0"/>
              </a:spcBef>
              <a:spcAft>
                <a:spcPts val="0"/>
              </a:spcAft>
              <a:buClrTx/>
              <a:buSzTx/>
              <a:tabLst/>
              <a:defRPr/>
            </a:pPr>
            <a:r>
              <a:rPr kumimoji="0" lang="en-GB" sz="2000" b="0" i="0" u="none" strike="noStrike" kern="1200" cap="none" spc="0" normalizeH="0" baseline="0" noProof="0" dirty="0" err="1">
                <a:ln>
                  <a:noFill/>
                </a:ln>
                <a:solidFill>
                  <a:prstClr val="white"/>
                </a:solidFill>
                <a:effectLst/>
                <a:uLnTx/>
                <a:uFillTx/>
                <a:latin typeface="Aptos" panose="02110004020202020204"/>
                <a:ea typeface="+mn-ea"/>
                <a:cs typeface="+mn-cs"/>
              </a:rPr>
              <a:t>Firstname</a:t>
            </a:r>
            <a:r>
              <a:rPr kumimoji="0" lang="en-GB" sz="2000" b="0" i="0" u="none" strike="noStrike" kern="1200" cap="none" spc="0" normalizeH="0" baseline="0" noProof="0" dirty="0">
                <a:ln>
                  <a:noFill/>
                </a:ln>
                <a:solidFill>
                  <a:prstClr val="white"/>
                </a:solidFill>
                <a:effectLst/>
                <a:uLnTx/>
                <a:uFillTx/>
                <a:latin typeface="Aptos" panose="02110004020202020204"/>
                <a:ea typeface="+mn-ea"/>
                <a:cs typeface="+mn-cs"/>
              </a:rPr>
              <a:t> </a:t>
            </a:r>
            <a:r>
              <a:rPr kumimoji="0" lang="en-GB" sz="2000" b="0" i="0" u="none" strike="noStrike" kern="1200" cap="none" spc="0" normalizeH="0" baseline="0" noProof="0" dirty="0" err="1">
                <a:ln>
                  <a:noFill/>
                </a:ln>
                <a:solidFill>
                  <a:prstClr val="white"/>
                </a:solidFill>
                <a:effectLst/>
                <a:uLnTx/>
                <a:uFillTx/>
                <a:latin typeface="Aptos" panose="02110004020202020204"/>
                <a:ea typeface="+mn-ea"/>
                <a:cs typeface="+mn-cs"/>
              </a:rPr>
              <a:t>Lastname</a:t>
            </a:r>
            <a:endParaRPr kumimoji="0" lang="en-GB"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 name="Date Placeholder 2">
            <a:extLst>
              <a:ext uri="{FF2B5EF4-FFF2-40B4-BE49-F238E27FC236}">
                <a16:creationId xmlns:a16="http://schemas.microsoft.com/office/drawing/2014/main" id="{46238C19-9C7F-2D19-BC13-10B31A08A247}"/>
              </a:ext>
            </a:extLst>
          </p:cNvPr>
          <p:cNvSpPr>
            <a:spLocks noGrp="1"/>
          </p:cNvSpPr>
          <p:nvPr>
            <p:ph type="dt" sz="half" idx="14"/>
          </p:nvPr>
        </p:nvSpPr>
        <p:spPr/>
        <p:txBody>
          <a:bodyPr/>
          <a:lstStyle/>
          <a:p>
            <a:fld id="{53479B86-361D-4E22-9189-B9EDCB3D25DF}" type="datetime1">
              <a:rPr lang="en-GB" smtClean="0"/>
              <a:pPr/>
              <a:t>18/06/2025</a:t>
            </a:fld>
            <a:endParaRPr lang="en-GB"/>
          </a:p>
        </p:txBody>
      </p:sp>
      <p:sp>
        <p:nvSpPr>
          <p:cNvPr id="6" name="Footer Placeholder 5">
            <a:extLst>
              <a:ext uri="{FF2B5EF4-FFF2-40B4-BE49-F238E27FC236}">
                <a16:creationId xmlns:a16="http://schemas.microsoft.com/office/drawing/2014/main" id="{1F146C15-C2FD-C718-2246-060106B374AF}"/>
              </a:ext>
            </a:extLst>
          </p:cNvPr>
          <p:cNvSpPr>
            <a:spLocks noGrp="1"/>
          </p:cNvSpPr>
          <p:nvPr>
            <p:ph type="ftr" sz="quarter" idx="15"/>
          </p:nvPr>
        </p:nvSpPr>
        <p:spPr/>
        <p:txBody>
          <a:bodyPr/>
          <a:lstStyle/>
          <a:p>
            <a:endParaRPr lang="en-GB" dirty="0"/>
          </a:p>
        </p:txBody>
      </p:sp>
      <p:sp>
        <p:nvSpPr>
          <p:cNvPr id="8" name="Slide Number Placeholder 7">
            <a:extLst>
              <a:ext uri="{FF2B5EF4-FFF2-40B4-BE49-F238E27FC236}">
                <a16:creationId xmlns:a16="http://schemas.microsoft.com/office/drawing/2014/main" id="{9D6DF068-EB82-87AF-8EDE-F3A481C464CB}"/>
              </a:ext>
            </a:extLst>
          </p:cNvPr>
          <p:cNvSpPr>
            <a:spLocks noGrp="1"/>
          </p:cNvSpPr>
          <p:nvPr>
            <p:ph type="sldNum" sz="quarter" idx="16"/>
          </p:nvPr>
        </p:nvSpPr>
        <p:spPr>
          <a:prstGeom prst="rect">
            <a:avLst/>
          </a:prstGeom>
        </p:spPr>
        <p:txBody>
          <a:bodyPr/>
          <a:lstStyle>
            <a:lvl1pPr>
              <a:defRPr/>
            </a:lvl1pPr>
          </a:lstStyle>
          <a:p>
            <a:fld id="{00D3ED71-38B9-4E15-91D4-5665327CBC1F}" type="slidenum">
              <a:rPr lang="en-GB" smtClean="0"/>
              <a:pPr/>
              <a:t>‹#›</a:t>
            </a:fld>
            <a:endParaRPr lang="en-GB" dirty="0"/>
          </a:p>
        </p:txBody>
      </p:sp>
    </p:spTree>
    <p:extLst>
      <p:ext uri="{BB962C8B-B14F-4D97-AF65-F5344CB8AC3E}">
        <p14:creationId xmlns:p14="http://schemas.microsoft.com/office/powerpoint/2010/main" val="2246194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E72E8-40C2-1C63-C768-007F951A1E4C}"/>
              </a:ext>
            </a:extLst>
          </p:cNvPr>
          <p:cNvSpPr>
            <a:spLocks noGrp="1"/>
          </p:cNvSpPr>
          <p:nvPr>
            <p:ph type="title"/>
          </p:nvPr>
        </p:nvSpPr>
        <p:spPr/>
        <p:txBody>
          <a:bodyPr>
            <a:normAutofit/>
          </a:bodyPr>
          <a:lstStyle>
            <a:lvl1pPr>
              <a:defRPr sz="3600"/>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4520D9B5-38FF-5E68-F8A8-266626F5E7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9" name="Picture 8" descr="A white silhouette of a ninja with swords&#10;&#10;AI-generated content may be incorrect.">
            <a:extLst>
              <a:ext uri="{FF2B5EF4-FFF2-40B4-BE49-F238E27FC236}">
                <a16:creationId xmlns:a16="http://schemas.microsoft.com/office/drawing/2014/main" id="{38917171-3955-B5F4-3B99-D4B48DC334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337" y="5812165"/>
            <a:ext cx="804218" cy="726747"/>
          </a:xfrm>
          <a:prstGeom prst="rect">
            <a:avLst/>
          </a:prstGeom>
        </p:spPr>
      </p:pic>
      <p:sp>
        <p:nvSpPr>
          <p:cNvPr id="11" name="Slide Number Placeholder 5">
            <a:extLst>
              <a:ext uri="{FF2B5EF4-FFF2-40B4-BE49-F238E27FC236}">
                <a16:creationId xmlns:a16="http://schemas.microsoft.com/office/drawing/2014/main" id="{E44CC109-ADE9-6281-9084-08D05EEECF04}"/>
              </a:ext>
            </a:extLst>
          </p:cNvPr>
          <p:cNvSpPr>
            <a:spLocks noGrp="1"/>
          </p:cNvSpPr>
          <p:nvPr>
            <p:ph type="sldNum" sz="quarter" idx="4"/>
          </p:nvPr>
        </p:nvSpPr>
        <p:spPr>
          <a:xfrm>
            <a:off x="9136811" y="6261594"/>
            <a:ext cx="2743200" cy="365125"/>
          </a:xfrm>
          <a:prstGeom prst="rect">
            <a:avLst/>
          </a:prstGeom>
        </p:spPr>
        <p:txBody>
          <a:bodyPr/>
          <a:lstStyle>
            <a:lvl1pPr algn="r">
              <a:defRPr>
                <a:solidFill>
                  <a:schemeClr val="bg1"/>
                </a:solidFill>
                <a:latin typeface="Aptos Black" panose="020B0004020202020204" pitchFamily="34" charset="0"/>
              </a:defRPr>
            </a:lvl1pPr>
          </a:lstStyle>
          <a:p>
            <a:fld id="{9F621982-67CF-4DE6-9B69-E7E59DF16CFA}" type="slidenum">
              <a:rPr lang="en-GB" smtClean="0"/>
              <a:pPr/>
              <a:t>‹#›</a:t>
            </a:fld>
            <a:endParaRPr lang="en-GB" dirty="0"/>
          </a:p>
        </p:txBody>
      </p:sp>
      <p:sp>
        <p:nvSpPr>
          <p:cNvPr id="7" name="Rectangle: Rounded Corners 6">
            <a:extLst>
              <a:ext uri="{FF2B5EF4-FFF2-40B4-BE49-F238E27FC236}">
                <a16:creationId xmlns:a16="http://schemas.microsoft.com/office/drawing/2014/main" id="{3B8008D6-C87E-79EE-69C3-EA6269BEE695}"/>
              </a:ext>
            </a:extLst>
          </p:cNvPr>
          <p:cNvSpPr/>
          <p:nvPr userDrawn="1"/>
        </p:nvSpPr>
        <p:spPr>
          <a:xfrm>
            <a:off x="146649" y="146649"/>
            <a:ext cx="11898702" cy="6564701"/>
          </a:xfrm>
          <a:prstGeom prst="roundRect">
            <a:avLst>
              <a:gd name="adj" fmla="val 3001"/>
            </a:avLst>
          </a:prstGeom>
          <a:noFill/>
          <a:ln w="57150">
            <a:solidFill>
              <a:srgbClr val="007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63916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A white silhouette of a ninja with swords&#10;&#10;AI-generated content may be incorrect.">
            <a:extLst>
              <a:ext uri="{FF2B5EF4-FFF2-40B4-BE49-F238E27FC236}">
                <a16:creationId xmlns:a16="http://schemas.microsoft.com/office/drawing/2014/main" id="{CD344EFD-92BE-ADC7-9986-5D2B941569D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337" y="5812165"/>
            <a:ext cx="804218" cy="726747"/>
          </a:xfrm>
          <a:prstGeom prst="rect">
            <a:avLst/>
          </a:prstGeom>
        </p:spPr>
      </p:pic>
      <p:sp>
        <p:nvSpPr>
          <p:cNvPr id="7" name="Slide Number Placeholder 5">
            <a:extLst>
              <a:ext uri="{FF2B5EF4-FFF2-40B4-BE49-F238E27FC236}">
                <a16:creationId xmlns:a16="http://schemas.microsoft.com/office/drawing/2014/main" id="{165D7D43-4CD7-FD5A-D190-F3820F5EB16B}"/>
              </a:ext>
            </a:extLst>
          </p:cNvPr>
          <p:cNvSpPr>
            <a:spLocks noGrp="1"/>
          </p:cNvSpPr>
          <p:nvPr>
            <p:ph type="sldNum" sz="quarter" idx="4"/>
          </p:nvPr>
        </p:nvSpPr>
        <p:spPr>
          <a:xfrm>
            <a:off x="9136811" y="6261594"/>
            <a:ext cx="2743200" cy="365125"/>
          </a:xfrm>
          <a:prstGeom prst="rect">
            <a:avLst/>
          </a:prstGeom>
        </p:spPr>
        <p:txBody>
          <a:bodyPr/>
          <a:lstStyle>
            <a:lvl1pPr algn="r">
              <a:defRPr>
                <a:solidFill>
                  <a:schemeClr val="bg1"/>
                </a:solidFill>
                <a:latin typeface="Aptos Black" panose="020B0004020202020204" pitchFamily="34" charset="0"/>
              </a:defRPr>
            </a:lvl1pPr>
          </a:lstStyle>
          <a:p>
            <a:fld id="{9F621982-67CF-4DE6-9B69-E7E59DF16CFA}" type="slidenum">
              <a:rPr lang="en-GB" smtClean="0"/>
              <a:pPr/>
              <a:t>‹#›</a:t>
            </a:fld>
            <a:endParaRPr lang="en-GB"/>
          </a:p>
        </p:txBody>
      </p:sp>
    </p:spTree>
    <p:extLst>
      <p:ext uri="{BB962C8B-B14F-4D97-AF65-F5344CB8AC3E}">
        <p14:creationId xmlns:p14="http://schemas.microsoft.com/office/powerpoint/2010/main" val="606580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peaker Bi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FF3A2-F11E-BE9E-8D7F-C88A70C53AAF}"/>
              </a:ext>
            </a:extLst>
          </p:cNvPr>
          <p:cNvSpPr>
            <a:spLocks noGrp="1"/>
          </p:cNvSpPr>
          <p:nvPr>
            <p:ph type="title" hasCustomPrompt="1"/>
          </p:nvPr>
        </p:nvSpPr>
        <p:spPr>
          <a:xfrm>
            <a:off x="839788" y="457200"/>
            <a:ext cx="3932237" cy="1600200"/>
          </a:xfrm>
        </p:spPr>
        <p:txBody>
          <a:bodyPr anchor="t"/>
          <a:lstStyle>
            <a:lvl1pPr>
              <a:defRPr sz="3200"/>
            </a:lvl1pPr>
          </a:lstStyle>
          <a:p>
            <a:r>
              <a:rPr lang="en-US" dirty="0" err="1"/>
              <a:t>Firstname</a:t>
            </a:r>
            <a:r>
              <a:rPr lang="en-US" dirty="0"/>
              <a:t> </a:t>
            </a:r>
            <a:r>
              <a:rPr lang="en-US" dirty="0" err="1"/>
              <a:t>Lastname</a:t>
            </a:r>
            <a:endParaRPr lang="en-GB" dirty="0"/>
          </a:p>
        </p:txBody>
      </p:sp>
      <p:sp>
        <p:nvSpPr>
          <p:cNvPr id="3" name="Picture Placeholder 2">
            <a:extLst>
              <a:ext uri="{FF2B5EF4-FFF2-40B4-BE49-F238E27FC236}">
                <a16:creationId xmlns:a16="http://schemas.microsoft.com/office/drawing/2014/main" id="{3E61DCCA-5D91-3178-DBFE-BB43E9028DFE}"/>
              </a:ext>
            </a:extLst>
          </p:cNvPr>
          <p:cNvSpPr>
            <a:spLocks noGrp="1"/>
          </p:cNvSpPr>
          <p:nvPr>
            <p:ph type="pic" idx="1"/>
          </p:nvPr>
        </p:nvSpPr>
        <p:spPr>
          <a:xfrm>
            <a:off x="6596754" y="457200"/>
            <a:ext cx="4354718" cy="343852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B8F4B3F-76D1-02D5-2C00-E80E8E80A16B}"/>
              </a:ext>
            </a:extLst>
          </p:cNvPr>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Background / Experience</a:t>
            </a:r>
          </a:p>
        </p:txBody>
      </p:sp>
      <p:pic>
        <p:nvPicPr>
          <p:cNvPr id="8" name="Picture 7" descr="A white silhouette of a ninja with swords&#10;&#10;AI-generated content may be incorrect.">
            <a:extLst>
              <a:ext uri="{FF2B5EF4-FFF2-40B4-BE49-F238E27FC236}">
                <a16:creationId xmlns:a16="http://schemas.microsoft.com/office/drawing/2014/main" id="{F962F952-0E63-8B85-13E5-A9EC47E36F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337" y="5812165"/>
            <a:ext cx="804218" cy="726747"/>
          </a:xfrm>
          <a:prstGeom prst="rect">
            <a:avLst/>
          </a:prstGeom>
        </p:spPr>
      </p:pic>
      <p:sp>
        <p:nvSpPr>
          <p:cNvPr id="10" name="Slide Number Placeholder 5">
            <a:extLst>
              <a:ext uri="{FF2B5EF4-FFF2-40B4-BE49-F238E27FC236}">
                <a16:creationId xmlns:a16="http://schemas.microsoft.com/office/drawing/2014/main" id="{3DECCAA5-B7C7-8D1E-51AE-0AADDAB4CAFF}"/>
              </a:ext>
            </a:extLst>
          </p:cNvPr>
          <p:cNvSpPr>
            <a:spLocks noGrp="1"/>
          </p:cNvSpPr>
          <p:nvPr>
            <p:ph type="sldNum" sz="quarter" idx="4"/>
          </p:nvPr>
        </p:nvSpPr>
        <p:spPr>
          <a:xfrm>
            <a:off x="9136811" y="6261594"/>
            <a:ext cx="2743200" cy="365125"/>
          </a:xfrm>
          <a:prstGeom prst="rect">
            <a:avLst/>
          </a:prstGeom>
        </p:spPr>
        <p:txBody>
          <a:bodyPr/>
          <a:lstStyle>
            <a:lvl1pPr algn="r">
              <a:defRPr>
                <a:solidFill>
                  <a:schemeClr val="bg1"/>
                </a:solidFill>
                <a:latin typeface="Aptos Black" panose="020B0004020202020204" pitchFamily="34" charset="0"/>
              </a:defRPr>
            </a:lvl1pPr>
          </a:lstStyle>
          <a:p>
            <a:fld id="{9F621982-67CF-4DE6-9B69-E7E59DF16CFA}" type="slidenum">
              <a:rPr lang="en-GB" smtClean="0"/>
              <a:pPr/>
              <a:t>‹#›</a:t>
            </a:fld>
            <a:endParaRPr lang="en-GB"/>
          </a:p>
        </p:txBody>
      </p:sp>
      <p:sp>
        <p:nvSpPr>
          <p:cNvPr id="5" name="Text Placeholder 3">
            <a:extLst>
              <a:ext uri="{FF2B5EF4-FFF2-40B4-BE49-F238E27FC236}">
                <a16:creationId xmlns:a16="http://schemas.microsoft.com/office/drawing/2014/main" id="{DD6D9FD8-A0D9-B708-8724-D737FA825D23}"/>
              </a:ext>
            </a:extLst>
          </p:cNvPr>
          <p:cNvSpPr>
            <a:spLocks noGrp="1"/>
          </p:cNvSpPr>
          <p:nvPr>
            <p:ph type="body" sz="half" idx="10" hasCustomPrompt="1"/>
          </p:nvPr>
        </p:nvSpPr>
        <p:spPr>
          <a:xfrm>
            <a:off x="6596754" y="4279431"/>
            <a:ext cx="4354718" cy="158955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Social Media</a:t>
            </a:r>
          </a:p>
        </p:txBody>
      </p:sp>
      <p:sp>
        <p:nvSpPr>
          <p:cNvPr id="6" name="Rectangle: Rounded Corners 5">
            <a:extLst>
              <a:ext uri="{FF2B5EF4-FFF2-40B4-BE49-F238E27FC236}">
                <a16:creationId xmlns:a16="http://schemas.microsoft.com/office/drawing/2014/main" id="{8292FCEC-7CA6-F873-51FC-B1A18BF2ABC5}"/>
              </a:ext>
            </a:extLst>
          </p:cNvPr>
          <p:cNvSpPr/>
          <p:nvPr userDrawn="1"/>
        </p:nvSpPr>
        <p:spPr>
          <a:xfrm>
            <a:off x="146649" y="146649"/>
            <a:ext cx="11898702" cy="6564701"/>
          </a:xfrm>
          <a:prstGeom prst="roundRect">
            <a:avLst>
              <a:gd name="adj" fmla="val 3001"/>
            </a:avLst>
          </a:prstGeom>
          <a:noFill/>
          <a:ln w="57150">
            <a:solidFill>
              <a:srgbClr val="007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54019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BCBD9-D939-C015-39FC-43F8821A448D}"/>
              </a:ext>
            </a:extLst>
          </p:cNvPr>
          <p:cNvSpPr>
            <a:spLocks noGrp="1"/>
          </p:cNvSpPr>
          <p:nvPr>
            <p:ph type="title"/>
          </p:nvPr>
        </p:nvSpPr>
        <p:spPr/>
        <p:txBody>
          <a:bodyPr>
            <a:normAutofit/>
          </a:bodyPr>
          <a:lstStyle>
            <a:lvl1pPr>
              <a:defRPr sz="3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A6E1BEA-4D80-F066-EEDD-A11205F915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B420879-0987-57BC-0770-2113DC4357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descr="A white silhouette of a ninja with swords&#10;&#10;AI-generated content may be incorrect.">
            <a:extLst>
              <a:ext uri="{FF2B5EF4-FFF2-40B4-BE49-F238E27FC236}">
                <a16:creationId xmlns:a16="http://schemas.microsoft.com/office/drawing/2014/main" id="{E30F15B8-42B3-1664-94A9-7B6A56A2AA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337" y="5812165"/>
            <a:ext cx="804218" cy="726747"/>
          </a:xfrm>
          <a:prstGeom prst="rect">
            <a:avLst/>
          </a:prstGeom>
        </p:spPr>
      </p:pic>
      <p:sp>
        <p:nvSpPr>
          <p:cNvPr id="9" name="Slide Number Placeholder 5">
            <a:extLst>
              <a:ext uri="{FF2B5EF4-FFF2-40B4-BE49-F238E27FC236}">
                <a16:creationId xmlns:a16="http://schemas.microsoft.com/office/drawing/2014/main" id="{D6489BDC-F591-886F-FF98-8B2C306D1EEE}"/>
              </a:ext>
            </a:extLst>
          </p:cNvPr>
          <p:cNvSpPr>
            <a:spLocks noGrp="1"/>
          </p:cNvSpPr>
          <p:nvPr>
            <p:ph type="sldNum" sz="quarter" idx="4"/>
          </p:nvPr>
        </p:nvSpPr>
        <p:spPr>
          <a:xfrm>
            <a:off x="9136811" y="6261594"/>
            <a:ext cx="2743200" cy="365125"/>
          </a:xfrm>
          <a:prstGeom prst="rect">
            <a:avLst/>
          </a:prstGeom>
        </p:spPr>
        <p:txBody>
          <a:bodyPr/>
          <a:lstStyle>
            <a:lvl1pPr algn="r">
              <a:defRPr>
                <a:solidFill>
                  <a:schemeClr val="bg1"/>
                </a:solidFill>
                <a:latin typeface="Aptos Black" panose="020B0004020202020204" pitchFamily="34" charset="0"/>
              </a:defRPr>
            </a:lvl1pPr>
          </a:lstStyle>
          <a:p>
            <a:fld id="{9F621982-67CF-4DE6-9B69-E7E59DF16CFA}" type="slidenum">
              <a:rPr lang="en-GB" smtClean="0"/>
              <a:pPr/>
              <a:t>‹#›</a:t>
            </a:fld>
            <a:endParaRPr lang="en-GB"/>
          </a:p>
        </p:txBody>
      </p:sp>
      <p:sp>
        <p:nvSpPr>
          <p:cNvPr id="5" name="Rectangle: Rounded Corners 4">
            <a:extLst>
              <a:ext uri="{FF2B5EF4-FFF2-40B4-BE49-F238E27FC236}">
                <a16:creationId xmlns:a16="http://schemas.microsoft.com/office/drawing/2014/main" id="{DEAE8A65-13C2-0712-26E0-02E887788DEF}"/>
              </a:ext>
            </a:extLst>
          </p:cNvPr>
          <p:cNvSpPr/>
          <p:nvPr userDrawn="1"/>
        </p:nvSpPr>
        <p:spPr>
          <a:xfrm>
            <a:off x="146649" y="146649"/>
            <a:ext cx="11898702" cy="6564701"/>
          </a:xfrm>
          <a:prstGeom prst="roundRect">
            <a:avLst>
              <a:gd name="adj" fmla="val 3001"/>
            </a:avLst>
          </a:prstGeom>
          <a:noFill/>
          <a:ln w="57150">
            <a:solidFill>
              <a:srgbClr val="007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36781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F79EB-9AA1-7BFE-A5A6-90CE86A83E3D}"/>
              </a:ext>
            </a:extLst>
          </p:cNvPr>
          <p:cNvSpPr>
            <a:spLocks noGrp="1"/>
          </p:cNvSpPr>
          <p:nvPr>
            <p:ph type="title"/>
          </p:nvPr>
        </p:nvSpPr>
        <p:spPr>
          <a:xfrm>
            <a:off x="839788" y="365125"/>
            <a:ext cx="10515600" cy="1325563"/>
          </a:xfrm>
        </p:spPr>
        <p:txBody>
          <a:bodyPr/>
          <a:lstStyle>
            <a:lvl1pPr>
              <a:defRPr sz="3600"/>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5FD988AC-1309-2D02-1B55-5FB961948B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650041-FA74-A196-E404-D5D6DF1D85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C13E23E-00ED-3A0B-EE81-9476A6BDF1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A50A1A-120F-933E-7482-D2616708BB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0" name="Picture 9" descr="A white silhouette of a ninja with swords&#10;&#10;AI-generated content may be incorrect.">
            <a:extLst>
              <a:ext uri="{FF2B5EF4-FFF2-40B4-BE49-F238E27FC236}">
                <a16:creationId xmlns:a16="http://schemas.microsoft.com/office/drawing/2014/main" id="{2412F638-15DB-7504-3E95-B290E096EA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337" y="5812165"/>
            <a:ext cx="804218" cy="726747"/>
          </a:xfrm>
          <a:prstGeom prst="rect">
            <a:avLst/>
          </a:prstGeom>
        </p:spPr>
      </p:pic>
      <p:sp>
        <p:nvSpPr>
          <p:cNvPr id="11" name="Slide Number Placeholder 5">
            <a:extLst>
              <a:ext uri="{FF2B5EF4-FFF2-40B4-BE49-F238E27FC236}">
                <a16:creationId xmlns:a16="http://schemas.microsoft.com/office/drawing/2014/main" id="{6C7EA2FA-2CFC-F7ED-29F7-B75AFA015054}"/>
              </a:ext>
            </a:extLst>
          </p:cNvPr>
          <p:cNvSpPr>
            <a:spLocks noGrp="1"/>
          </p:cNvSpPr>
          <p:nvPr>
            <p:ph type="sldNum" sz="quarter" idx="10"/>
          </p:nvPr>
        </p:nvSpPr>
        <p:spPr>
          <a:xfrm>
            <a:off x="9136811" y="6261594"/>
            <a:ext cx="2743200" cy="365125"/>
          </a:xfrm>
          <a:prstGeom prst="rect">
            <a:avLst/>
          </a:prstGeom>
        </p:spPr>
        <p:txBody>
          <a:bodyPr/>
          <a:lstStyle>
            <a:lvl1pPr algn="r">
              <a:defRPr>
                <a:solidFill>
                  <a:schemeClr val="bg1"/>
                </a:solidFill>
                <a:latin typeface="Aptos Black" panose="020B0004020202020204" pitchFamily="34" charset="0"/>
              </a:defRPr>
            </a:lvl1pPr>
          </a:lstStyle>
          <a:p>
            <a:fld id="{9F621982-67CF-4DE6-9B69-E7E59DF16CFA}" type="slidenum">
              <a:rPr lang="en-GB" smtClean="0"/>
              <a:pPr/>
              <a:t>‹#›</a:t>
            </a:fld>
            <a:endParaRPr lang="en-GB"/>
          </a:p>
        </p:txBody>
      </p:sp>
      <p:sp>
        <p:nvSpPr>
          <p:cNvPr id="7" name="Rectangle: Rounded Corners 6">
            <a:extLst>
              <a:ext uri="{FF2B5EF4-FFF2-40B4-BE49-F238E27FC236}">
                <a16:creationId xmlns:a16="http://schemas.microsoft.com/office/drawing/2014/main" id="{956188AC-FDBB-019E-17D3-3587B722DFED}"/>
              </a:ext>
            </a:extLst>
          </p:cNvPr>
          <p:cNvSpPr/>
          <p:nvPr userDrawn="1"/>
        </p:nvSpPr>
        <p:spPr>
          <a:xfrm>
            <a:off x="146649" y="146649"/>
            <a:ext cx="11898702" cy="6564701"/>
          </a:xfrm>
          <a:prstGeom prst="roundRect">
            <a:avLst>
              <a:gd name="adj" fmla="val 3001"/>
            </a:avLst>
          </a:prstGeom>
          <a:noFill/>
          <a:ln w="57150">
            <a:solidFill>
              <a:srgbClr val="007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08481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2E1B-E3B9-BA1A-EF9D-D7A13D5CED93}"/>
              </a:ext>
            </a:extLst>
          </p:cNvPr>
          <p:cNvSpPr>
            <a:spLocks noGrp="1"/>
          </p:cNvSpPr>
          <p:nvPr>
            <p:ph type="title"/>
          </p:nvPr>
        </p:nvSpPr>
        <p:spPr/>
        <p:txBody>
          <a:bodyPr>
            <a:normAutofit/>
          </a:bodyPr>
          <a:lstStyle>
            <a:lvl1pPr>
              <a:defRPr sz="3600"/>
            </a:lvl1pPr>
          </a:lstStyle>
          <a:p>
            <a:r>
              <a:rPr lang="en-US"/>
              <a:t>Click to edit Master title style</a:t>
            </a:r>
            <a:endParaRPr lang="en-GB"/>
          </a:p>
        </p:txBody>
      </p:sp>
      <p:pic>
        <p:nvPicPr>
          <p:cNvPr id="6" name="Picture 5" descr="A white silhouette of a ninja with swords&#10;&#10;AI-generated content may be incorrect.">
            <a:extLst>
              <a:ext uri="{FF2B5EF4-FFF2-40B4-BE49-F238E27FC236}">
                <a16:creationId xmlns:a16="http://schemas.microsoft.com/office/drawing/2014/main" id="{E942B1EB-B049-D0C2-5126-EC08E1097FF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337" y="5812165"/>
            <a:ext cx="804218" cy="726747"/>
          </a:xfrm>
          <a:prstGeom prst="rect">
            <a:avLst/>
          </a:prstGeom>
        </p:spPr>
      </p:pic>
      <p:sp>
        <p:nvSpPr>
          <p:cNvPr id="7" name="Slide Number Placeholder 5">
            <a:extLst>
              <a:ext uri="{FF2B5EF4-FFF2-40B4-BE49-F238E27FC236}">
                <a16:creationId xmlns:a16="http://schemas.microsoft.com/office/drawing/2014/main" id="{9FDCCD6F-297E-AFB7-9281-E3E9D71E9FD1}"/>
              </a:ext>
            </a:extLst>
          </p:cNvPr>
          <p:cNvSpPr>
            <a:spLocks noGrp="1"/>
          </p:cNvSpPr>
          <p:nvPr>
            <p:ph type="sldNum" sz="quarter" idx="4"/>
          </p:nvPr>
        </p:nvSpPr>
        <p:spPr>
          <a:xfrm>
            <a:off x="9136811" y="6261594"/>
            <a:ext cx="2743200" cy="365125"/>
          </a:xfrm>
          <a:prstGeom prst="rect">
            <a:avLst/>
          </a:prstGeom>
        </p:spPr>
        <p:txBody>
          <a:bodyPr/>
          <a:lstStyle>
            <a:lvl1pPr algn="r">
              <a:defRPr>
                <a:solidFill>
                  <a:schemeClr val="bg1"/>
                </a:solidFill>
                <a:latin typeface="Aptos Black" panose="020B0004020202020204" pitchFamily="34" charset="0"/>
              </a:defRPr>
            </a:lvl1pPr>
          </a:lstStyle>
          <a:p>
            <a:fld id="{9F621982-67CF-4DE6-9B69-E7E59DF16CFA}" type="slidenum">
              <a:rPr lang="en-GB" smtClean="0"/>
              <a:pPr/>
              <a:t>‹#›</a:t>
            </a:fld>
            <a:endParaRPr lang="en-GB"/>
          </a:p>
        </p:txBody>
      </p:sp>
      <p:sp>
        <p:nvSpPr>
          <p:cNvPr id="3" name="Rectangle: Rounded Corners 2">
            <a:extLst>
              <a:ext uri="{FF2B5EF4-FFF2-40B4-BE49-F238E27FC236}">
                <a16:creationId xmlns:a16="http://schemas.microsoft.com/office/drawing/2014/main" id="{123A75FD-6650-ECE7-3E53-2D34E3486C97}"/>
              </a:ext>
            </a:extLst>
          </p:cNvPr>
          <p:cNvSpPr/>
          <p:nvPr userDrawn="1"/>
        </p:nvSpPr>
        <p:spPr>
          <a:xfrm>
            <a:off x="146649" y="146649"/>
            <a:ext cx="11898702" cy="6564701"/>
          </a:xfrm>
          <a:prstGeom prst="roundRect">
            <a:avLst>
              <a:gd name="adj" fmla="val 3001"/>
            </a:avLst>
          </a:prstGeom>
          <a:noFill/>
          <a:ln w="57150">
            <a:solidFill>
              <a:srgbClr val="007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08802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3F311-2A04-F087-3C3F-4A4463667332}"/>
              </a:ext>
            </a:extLst>
          </p:cNvPr>
          <p:cNvSpPr>
            <a:spLocks noGrp="1"/>
          </p:cNvSpPr>
          <p:nvPr>
            <p:ph type="title"/>
          </p:nvPr>
        </p:nvSpPr>
        <p:spPr>
          <a:xfrm>
            <a:off x="839788" y="457200"/>
            <a:ext cx="3932237" cy="1600200"/>
          </a:xfrm>
        </p:spPr>
        <p:txBody>
          <a:bodyPr anchor="t"/>
          <a:lstStyle>
            <a:lvl1pPr>
              <a:defRPr sz="3200"/>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4924927B-2EEA-127E-12E5-F0CCDDDE66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E60D444-C02C-16F4-9EBE-D257174105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white silhouette of a ninja with swords&#10;&#10;AI-generated content may be incorrect.">
            <a:extLst>
              <a:ext uri="{FF2B5EF4-FFF2-40B4-BE49-F238E27FC236}">
                <a16:creationId xmlns:a16="http://schemas.microsoft.com/office/drawing/2014/main" id="{4B1EE0DA-4E4A-AC7F-1845-FE17BABD16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337" y="5812165"/>
            <a:ext cx="804218" cy="726747"/>
          </a:xfrm>
          <a:prstGeom prst="rect">
            <a:avLst/>
          </a:prstGeom>
        </p:spPr>
      </p:pic>
      <p:sp>
        <p:nvSpPr>
          <p:cNvPr id="9" name="Slide Number Placeholder 5">
            <a:extLst>
              <a:ext uri="{FF2B5EF4-FFF2-40B4-BE49-F238E27FC236}">
                <a16:creationId xmlns:a16="http://schemas.microsoft.com/office/drawing/2014/main" id="{D17F5085-6188-3C2F-8BED-B8C5736FB537}"/>
              </a:ext>
            </a:extLst>
          </p:cNvPr>
          <p:cNvSpPr>
            <a:spLocks noGrp="1"/>
          </p:cNvSpPr>
          <p:nvPr>
            <p:ph type="sldNum" sz="quarter" idx="4"/>
          </p:nvPr>
        </p:nvSpPr>
        <p:spPr>
          <a:xfrm>
            <a:off x="9136811" y="6261594"/>
            <a:ext cx="2743200" cy="365125"/>
          </a:xfrm>
          <a:prstGeom prst="rect">
            <a:avLst/>
          </a:prstGeom>
        </p:spPr>
        <p:txBody>
          <a:bodyPr/>
          <a:lstStyle>
            <a:lvl1pPr algn="r">
              <a:defRPr>
                <a:solidFill>
                  <a:schemeClr val="bg1"/>
                </a:solidFill>
                <a:latin typeface="Aptos Black" panose="020B0004020202020204" pitchFamily="34" charset="0"/>
              </a:defRPr>
            </a:lvl1pPr>
          </a:lstStyle>
          <a:p>
            <a:fld id="{9F621982-67CF-4DE6-9B69-E7E59DF16CFA}" type="slidenum">
              <a:rPr lang="en-GB" smtClean="0"/>
              <a:pPr/>
              <a:t>‹#›</a:t>
            </a:fld>
            <a:endParaRPr lang="en-GB"/>
          </a:p>
        </p:txBody>
      </p:sp>
      <p:sp>
        <p:nvSpPr>
          <p:cNvPr id="5" name="Rectangle: Rounded Corners 4">
            <a:extLst>
              <a:ext uri="{FF2B5EF4-FFF2-40B4-BE49-F238E27FC236}">
                <a16:creationId xmlns:a16="http://schemas.microsoft.com/office/drawing/2014/main" id="{1FAB637C-B484-F5F6-46F0-CB64DE047C5B}"/>
              </a:ext>
            </a:extLst>
          </p:cNvPr>
          <p:cNvSpPr/>
          <p:nvPr userDrawn="1"/>
        </p:nvSpPr>
        <p:spPr>
          <a:xfrm>
            <a:off x="146649" y="146649"/>
            <a:ext cx="11898702" cy="6564701"/>
          </a:xfrm>
          <a:prstGeom prst="roundRect">
            <a:avLst>
              <a:gd name="adj" fmla="val 3001"/>
            </a:avLst>
          </a:prstGeom>
          <a:noFill/>
          <a:ln w="57150">
            <a:solidFill>
              <a:srgbClr val="007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19763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ponsor Logos">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1042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0D2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7C25ED-A3DF-C8BE-6505-9FDEAC960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4D61990-FDBA-3668-4EAE-5D1DE60B4F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Date Placeholder 3">
            <a:extLst>
              <a:ext uri="{FF2B5EF4-FFF2-40B4-BE49-F238E27FC236}">
                <a16:creationId xmlns:a16="http://schemas.microsoft.com/office/drawing/2014/main" id="{40060E8C-EBDF-D763-B202-31C54C951E5B}"/>
              </a:ext>
            </a:extLst>
          </p:cNvPr>
          <p:cNvSpPr>
            <a:spLocks noGrp="1"/>
          </p:cNvSpPr>
          <p:nvPr>
            <p:ph type="dt" sz="half" idx="2"/>
          </p:nvPr>
        </p:nvSpPr>
        <p:spPr>
          <a:xfrm>
            <a:off x="838200" y="6261594"/>
            <a:ext cx="2743200" cy="365125"/>
          </a:xfrm>
          <a:prstGeom prst="rect">
            <a:avLst/>
          </a:prstGeom>
        </p:spPr>
        <p:txBody>
          <a:bodyPr/>
          <a:lstStyle>
            <a:lvl1pPr algn="r">
              <a:defRPr>
                <a:solidFill>
                  <a:schemeClr val="bg1"/>
                </a:solidFill>
                <a:latin typeface="Aptos Black" panose="020B0004020202020204" pitchFamily="34" charset="0"/>
              </a:defRPr>
            </a:lvl1pPr>
          </a:lstStyle>
          <a:p>
            <a:fld id="{53479B86-361D-4E22-9189-B9EDCB3D25DF}" type="datetime1">
              <a:rPr lang="en-GB" smtClean="0"/>
              <a:pPr/>
              <a:t>18/06/2025</a:t>
            </a:fld>
            <a:endParaRPr lang="en-GB"/>
          </a:p>
        </p:txBody>
      </p:sp>
      <p:sp>
        <p:nvSpPr>
          <p:cNvPr id="11" name="Footer Placeholder 4">
            <a:extLst>
              <a:ext uri="{FF2B5EF4-FFF2-40B4-BE49-F238E27FC236}">
                <a16:creationId xmlns:a16="http://schemas.microsoft.com/office/drawing/2014/main" id="{ADB15E6B-D432-5300-C0CD-428FFBB31463}"/>
              </a:ext>
            </a:extLst>
          </p:cNvPr>
          <p:cNvSpPr>
            <a:spLocks noGrp="1"/>
          </p:cNvSpPr>
          <p:nvPr>
            <p:ph type="ftr" sz="quarter" idx="3"/>
          </p:nvPr>
        </p:nvSpPr>
        <p:spPr>
          <a:xfrm>
            <a:off x="4038600" y="6261594"/>
            <a:ext cx="4114800" cy="365125"/>
          </a:xfrm>
          <a:prstGeom prst="rect">
            <a:avLst/>
          </a:prstGeom>
        </p:spPr>
        <p:txBody>
          <a:bodyPr/>
          <a:lstStyle>
            <a:lvl1pPr algn="r">
              <a:defRPr>
                <a:solidFill>
                  <a:schemeClr val="bg1"/>
                </a:solidFill>
                <a:latin typeface="Aptos Black" panose="020B0004020202020204" pitchFamily="34" charset="0"/>
              </a:defRPr>
            </a:lvl1pPr>
          </a:lstStyle>
          <a:p>
            <a:endParaRPr lang="en-GB" dirty="0"/>
          </a:p>
        </p:txBody>
      </p:sp>
      <p:sp>
        <p:nvSpPr>
          <p:cNvPr id="12" name="Slide Number Placeholder 5">
            <a:extLst>
              <a:ext uri="{FF2B5EF4-FFF2-40B4-BE49-F238E27FC236}">
                <a16:creationId xmlns:a16="http://schemas.microsoft.com/office/drawing/2014/main" id="{FB505BDA-4F09-A002-C2E6-0FF8F4BFE937}"/>
              </a:ext>
            </a:extLst>
          </p:cNvPr>
          <p:cNvSpPr>
            <a:spLocks noGrp="1"/>
          </p:cNvSpPr>
          <p:nvPr>
            <p:ph type="sldNum" sz="quarter" idx="4"/>
          </p:nvPr>
        </p:nvSpPr>
        <p:spPr>
          <a:xfrm>
            <a:off x="9136811" y="6261594"/>
            <a:ext cx="2743200" cy="365125"/>
          </a:xfrm>
          <a:prstGeom prst="rect">
            <a:avLst/>
          </a:prstGeom>
        </p:spPr>
        <p:txBody>
          <a:bodyPr/>
          <a:lstStyle>
            <a:lvl1pPr algn="r">
              <a:defRPr>
                <a:solidFill>
                  <a:schemeClr val="bg1"/>
                </a:solidFill>
                <a:latin typeface="Aptos Black" panose="020B0004020202020204" pitchFamily="34" charset="0"/>
              </a:defRPr>
            </a:lvl1pPr>
          </a:lstStyle>
          <a:p>
            <a:endParaRPr lang="en-GB" dirty="0"/>
          </a:p>
        </p:txBody>
      </p:sp>
    </p:spTree>
    <p:extLst>
      <p:ext uri="{BB962C8B-B14F-4D97-AF65-F5344CB8AC3E}">
        <p14:creationId xmlns:p14="http://schemas.microsoft.com/office/powerpoint/2010/main" val="2951010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7" r:id="rId4"/>
    <p:sldLayoutId id="2147483652" r:id="rId5"/>
    <p:sldLayoutId id="2147483653" r:id="rId6"/>
    <p:sldLayoutId id="2147483654" r:id="rId7"/>
    <p:sldLayoutId id="2147483656" r:id="rId8"/>
  </p:sldLayoutIdLst>
  <p:hf hdr="0" ftr="0" dt="0"/>
  <p:txStyles>
    <p:titleStyle>
      <a:lvl1pPr algn="l" defTabSz="914400" rtl="0" eaLnBrk="1" latinLnBrk="0" hangingPunct="1">
        <a:lnSpc>
          <a:spcPct val="90000"/>
        </a:lnSpc>
        <a:spcBef>
          <a:spcPct val="0"/>
        </a:spcBef>
        <a:buNone/>
        <a:defRPr sz="3600" kern="1200">
          <a:solidFill>
            <a:schemeClr val="bg1"/>
          </a:solidFill>
          <a:latin typeface="Aptos Black"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60D28"/>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8377863"/>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bg1"/>
          </a:solidFill>
          <a:latin typeface="Aptos Black"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svg"/><Relationship Id="rId18" Type="http://schemas.openxmlformats.org/officeDocument/2006/relationships/image" Target="../media/image24.png"/><Relationship Id="rId26" Type="http://schemas.openxmlformats.org/officeDocument/2006/relationships/image" Target="../media/image32.png"/><Relationship Id="rId3" Type="http://schemas.openxmlformats.org/officeDocument/2006/relationships/image" Target="../media/image9.png"/><Relationship Id="rId21" Type="http://schemas.openxmlformats.org/officeDocument/2006/relationships/image" Target="../media/image27.sv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sv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29" Type="http://schemas.openxmlformats.org/officeDocument/2006/relationships/image" Target="../media/image35.sv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sv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svg"/><Relationship Id="rId23" Type="http://schemas.openxmlformats.org/officeDocument/2006/relationships/image" Target="../media/image29.png"/><Relationship Id="rId28" Type="http://schemas.openxmlformats.org/officeDocument/2006/relationships/image" Target="../media/image34.png"/><Relationship Id="rId10" Type="http://schemas.openxmlformats.org/officeDocument/2006/relationships/image" Target="../media/image16.png"/><Relationship Id="rId19" Type="http://schemas.openxmlformats.org/officeDocument/2006/relationships/image" Target="../media/image25.svg"/><Relationship Id="rId31" Type="http://schemas.openxmlformats.org/officeDocument/2006/relationships/image" Target="../media/image37.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 Id="rId27" Type="http://schemas.openxmlformats.org/officeDocument/2006/relationships/image" Target="../media/image33.svg"/><Relationship Id="rId30" Type="http://schemas.openxmlformats.org/officeDocument/2006/relationships/image" Target="../media/image3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aka.ms/IntuneSuitePricing"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2.svg"/><Relationship Id="rId7" Type="http://schemas.openxmlformats.org/officeDocument/2006/relationships/image" Target="../media/image56.sv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svg"/><Relationship Id="rId4" Type="http://schemas.openxmlformats.org/officeDocument/2006/relationships/image" Target="../media/image53.png"/></Relationships>
</file>

<file path=ppt/slides/_rels/slide12.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7.png"/><Relationship Id="rId18" Type="http://schemas.openxmlformats.org/officeDocument/2006/relationships/image" Target="../media/image72.svg"/><Relationship Id="rId3" Type="http://schemas.openxmlformats.org/officeDocument/2006/relationships/image" Target="../media/image57.png"/><Relationship Id="rId21" Type="http://schemas.openxmlformats.org/officeDocument/2006/relationships/image" Target="../media/image55.png"/><Relationship Id="rId7" Type="http://schemas.openxmlformats.org/officeDocument/2006/relationships/image" Target="../media/image61.png"/><Relationship Id="rId12" Type="http://schemas.openxmlformats.org/officeDocument/2006/relationships/image" Target="../media/image66.svg"/><Relationship Id="rId17" Type="http://schemas.openxmlformats.org/officeDocument/2006/relationships/image" Target="../media/image71.png"/><Relationship Id="rId2" Type="http://schemas.openxmlformats.org/officeDocument/2006/relationships/notesSlide" Target="../notesSlides/notesSlide6.xml"/><Relationship Id="rId16" Type="http://schemas.openxmlformats.org/officeDocument/2006/relationships/image" Target="../media/image70.svg"/><Relationship Id="rId20" Type="http://schemas.openxmlformats.org/officeDocument/2006/relationships/image" Target="../media/image54.svg"/><Relationship Id="rId1" Type="http://schemas.openxmlformats.org/officeDocument/2006/relationships/slideLayout" Target="../slideLayouts/slideLayout5.xml"/><Relationship Id="rId6" Type="http://schemas.openxmlformats.org/officeDocument/2006/relationships/image" Target="../media/image60.sv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svg"/><Relationship Id="rId19" Type="http://schemas.openxmlformats.org/officeDocument/2006/relationships/image" Target="../media/image53.png"/><Relationship Id="rId4" Type="http://schemas.openxmlformats.org/officeDocument/2006/relationships/image" Target="../media/image58.svg"/><Relationship Id="rId9" Type="http://schemas.openxmlformats.org/officeDocument/2006/relationships/image" Target="../media/image63.png"/><Relationship Id="rId14" Type="http://schemas.openxmlformats.org/officeDocument/2006/relationships/image" Target="../media/image68.svg"/><Relationship Id="rId22" Type="http://schemas.openxmlformats.org/officeDocument/2006/relationships/image" Target="../media/image56.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2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hyperlink" Target="https://learn.microsoft.com/en-us/windows/security/application-security/application-control/app-control-for-business/operations/event-id-explanations"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hyperlink" Target="https://learn.microsoft.com/en-us/windows/security/application-security/application-control/app-control-for-business/operations/event-id-explanations"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hyperlink" Target="https://learn.microsoft.com/en-us/windows/security/application-security/application-control/app-control-for-business/operations/event-id-explanations"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hyperlink" Target="https://learn.microsoft.com/en-us/windows/security/application-security/application-control/app-control-for-business/operations/event-id-explanations"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113.gif"/><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svg"/><Relationship Id="rId18" Type="http://schemas.openxmlformats.org/officeDocument/2006/relationships/image" Target="../media/image24.png"/><Relationship Id="rId26" Type="http://schemas.openxmlformats.org/officeDocument/2006/relationships/image" Target="../media/image32.png"/><Relationship Id="rId3" Type="http://schemas.openxmlformats.org/officeDocument/2006/relationships/image" Target="../media/image9.png"/><Relationship Id="rId21" Type="http://schemas.openxmlformats.org/officeDocument/2006/relationships/image" Target="../media/image27.sv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svg"/><Relationship Id="rId25" Type="http://schemas.openxmlformats.org/officeDocument/2006/relationships/image" Target="../media/image31.png"/><Relationship Id="rId2" Type="http://schemas.openxmlformats.org/officeDocument/2006/relationships/notesSlide" Target="../notesSlides/notesSlide29.xml"/><Relationship Id="rId16" Type="http://schemas.openxmlformats.org/officeDocument/2006/relationships/image" Target="../media/image22.png"/><Relationship Id="rId20" Type="http://schemas.openxmlformats.org/officeDocument/2006/relationships/image" Target="../media/image26.png"/><Relationship Id="rId29" Type="http://schemas.openxmlformats.org/officeDocument/2006/relationships/image" Target="../media/image35.sv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sv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svg"/><Relationship Id="rId23" Type="http://schemas.openxmlformats.org/officeDocument/2006/relationships/image" Target="../media/image29.png"/><Relationship Id="rId28" Type="http://schemas.openxmlformats.org/officeDocument/2006/relationships/image" Target="../media/image34.png"/><Relationship Id="rId10" Type="http://schemas.openxmlformats.org/officeDocument/2006/relationships/image" Target="../media/image16.png"/><Relationship Id="rId19" Type="http://schemas.openxmlformats.org/officeDocument/2006/relationships/image" Target="../media/image25.svg"/><Relationship Id="rId31" Type="http://schemas.openxmlformats.org/officeDocument/2006/relationships/image" Target="../media/image37.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 Id="rId27" Type="http://schemas.openxmlformats.org/officeDocument/2006/relationships/image" Target="../media/image33.svg"/><Relationship Id="rId30"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13369-8F30-FEF1-A357-5A24B2023C80}"/>
              </a:ext>
            </a:extLst>
          </p:cNvPr>
          <p:cNvSpPr>
            <a:spLocks noGrp="1"/>
          </p:cNvSpPr>
          <p:nvPr>
            <p:ph type="ctrTitle"/>
          </p:nvPr>
        </p:nvSpPr>
        <p:spPr>
          <a:xfrm>
            <a:off x="1524000" y="2601119"/>
            <a:ext cx="9144000" cy="1655763"/>
          </a:xfrm>
        </p:spPr>
        <p:txBody>
          <a:bodyPr>
            <a:noAutofit/>
          </a:bodyPr>
          <a:lstStyle/>
          <a:p>
            <a:r>
              <a:rPr lang="en-US" sz="4400" dirty="0"/>
              <a:t>	Endpoint Privilege Management and App Control for Business: Friends or Foes?</a:t>
            </a:r>
            <a:endParaRPr lang="en-GB" sz="4400" dirty="0"/>
          </a:p>
        </p:txBody>
      </p:sp>
      <p:sp>
        <p:nvSpPr>
          <p:cNvPr id="3" name="Slide Number Placeholder 2">
            <a:extLst>
              <a:ext uri="{FF2B5EF4-FFF2-40B4-BE49-F238E27FC236}">
                <a16:creationId xmlns:a16="http://schemas.microsoft.com/office/drawing/2014/main" id="{0B1EDD13-15E1-1A99-32DB-3BA659645BEA}"/>
              </a:ext>
            </a:extLst>
          </p:cNvPr>
          <p:cNvSpPr>
            <a:spLocks noGrp="1"/>
          </p:cNvSpPr>
          <p:nvPr>
            <p:ph type="sldNum" sz="quarter" idx="16"/>
          </p:nvPr>
        </p:nvSpPr>
        <p:spPr>
          <a:xfrm>
            <a:off x="9136811" y="6261594"/>
            <a:ext cx="2743200" cy="365125"/>
          </a:xfrm>
        </p:spPr>
        <p:txBody>
          <a:bodyPr/>
          <a:lstStyle/>
          <a:p>
            <a:fld id="{9F621982-67CF-4DE6-9B69-E7E59DF16CFA}" type="slidenum">
              <a:rPr lang="en-GB" smtClean="0"/>
              <a:pPr/>
              <a:t>1</a:t>
            </a:fld>
            <a:endParaRPr lang="en-GB"/>
          </a:p>
        </p:txBody>
      </p:sp>
      <p:sp>
        <p:nvSpPr>
          <p:cNvPr id="5" name="Text Placeholder 4">
            <a:extLst>
              <a:ext uri="{FF2B5EF4-FFF2-40B4-BE49-F238E27FC236}">
                <a16:creationId xmlns:a16="http://schemas.microsoft.com/office/drawing/2014/main" id="{C1A205D9-5049-0EF0-E20D-80248C94C808}"/>
              </a:ext>
            </a:extLst>
          </p:cNvPr>
          <p:cNvSpPr>
            <a:spLocks noGrp="1"/>
          </p:cNvSpPr>
          <p:nvPr>
            <p:ph type="body" sz="quarter" idx="13"/>
          </p:nvPr>
        </p:nvSpPr>
        <p:spPr>
          <a:xfrm>
            <a:off x="7610475" y="5021089"/>
            <a:ext cx="3057525" cy="476297"/>
          </a:xfrm>
        </p:spPr>
        <p:txBody>
          <a:bodyPr>
            <a:normAutofit/>
          </a:bodyPr>
          <a:lstStyle/>
          <a:p>
            <a:r>
              <a:rPr lang="en-GB" dirty="0"/>
              <a:t>Jens Du Four </a:t>
            </a:r>
          </a:p>
        </p:txBody>
      </p:sp>
    </p:spTree>
    <p:extLst>
      <p:ext uri="{BB962C8B-B14F-4D97-AF65-F5344CB8AC3E}">
        <p14:creationId xmlns:p14="http://schemas.microsoft.com/office/powerpoint/2010/main" val="38464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FEAC2-F681-68B5-43E6-7B4141ABCC13}"/>
              </a:ext>
            </a:extLst>
          </p:cNvPr>
          <p:cNvSpPr>
            <a:spLocks noGrp="1"/>
          </p:cNvSpPr>
          <p:nvPr>
            <p:ph type="title"/>
          </p:nvPr>
        </p:nvSpPr>
        <p:spPr/>
        <p:txBody>
          <a:bodyPr/>
          <a:lstStyle/>
          <a:p>
            <a:r>
              <a:rPr lang="en-GB" dirty="0"/>
              <a:t>Jens Du Four</a:t>
            </a:r>
          </a:p>
        </p:txBody>
      </p:sp>
      <p:pic>
        <p:nvPicPr>
          <p:cNvPr id="8" name="Tijdelijke aanduiding voor afbeelding 7" descr="Afbeelding met persoon, kleding, Formele kleding, gebouw&#10;&#10;Door AI gegenereerde inhoud is mogelijk onjuist.">
            <a:extLst>
              <a:ext uri="{FF2B5EF4-FFF2-40B4-BE49-F238E27FC236}">
                <a16:creationId xmlns:a16="http://schemas.microsoft.com/office/drawing/2014/main" id="{AC0034D2-CA3B-10C8-973F-E1712D0D0941}"/>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t="14172" b="33203"/>
          <a:stretch/>
        </p:blipFill>
        <p:spPr>
          <a:xfrm>
            <a:off x="6596754" y="457200"/>
            <a:ext cx="4354718" cy="3438526"/>
          </a:xfrm>
          <a:prstGeom prst="rect">
            <a:avLst/>
          </a:prstGeom>
          <a:ln>
            <a:noFill/>
          </a:ln>
          <a:effectLst>
            <a:softEdge rad="112500"/>
          </a:effectLst>
        </p:spPr>
      </p:pic>
      <p:sp>
        <p:nvSpPr>
          <p:cNvPr id="4" name="Text Placeholder 3">
            <a:extLst>
              <a:ext uri="{FF2B5EF4-FFF2-40B4-BE49-F238E27FC236}">
                <a16:creationId xmlns:a16="http://schemas.microsoft.com/office/drawing/2014/main" id="{F3586A13-6077-9F97-B0D3-0E76B08EFCBE}"/>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GB" sz="2000" dirty="0"/>
              <a:t>Cloud Endpoint Technical Specialist @ Microsoft </a:t>
            </a:r>
            <a:r>
              <a:rPr lang="en-GB" sz="2000" dirty="0" err="1"/>
              <a:t>BeLux</a:t>
            </a:r>
            <a:endParaRPr lang="en-GB" sz="2000" dirty="0"/>
          </a:p>
          <a:p>
            <a:pPr marL="285750" indent="-285750">
              <a:buFont typeface="Arial" panose="020B0604020202020204" pitchFamily="34" charset="0"/>
              <a:buChar char="•"/>
            </a:pPr>
            <a:r>
              <a:rPr lang="en-GB" sz="2000" dirty="0"/>
              <a:t>Teacher @ </a:t>
            </a:r>
            <a:r>
              <a:rPr lang="en-GB" sz="2000" dirty="0" err="1"/>
              <a:t>CodeFever</a:t>
            </a:r>
            <a:endParaRPr lang="en-GB" sz="2000" dirty="0"/>
          </a:p>
          <a:p>
            <a:pPr marL="285750" indent="-285750">
              <a:buFont typeface="Arial" panose="020B0604020202020204" pitchFamily="34" charset="0"/>
              <a:buChar char="•"/>
            </a:pPr>
            <a:r>
              <a:rPr lang="en-GB" sz="2000" dirty="0"/>
              <a:t>Crew Member @ MC2MC</a:t>
            </a:r>
          </a:p>
          <a:p>
            <a:pPr marL="285750" indent="-285750">
              <a:buFont typeface="Arial" panose="020B0604020202020204" pitchFamily="34" charset="0"/>
              <a:buChar char="•"/>
            </a:pPr>
            <a:r>
              <a:rPr lang="en-GB" sz="2000" dirty="0"/>
              <a:t>Microsoft Certified Trainer</a:t>
            </a:r>
          </a:p>
        </p:txBody>
      </p:sp>
      <p:sp>
        <p:nvSpPr>
          <p:cNvPr id="5" name="Slide Number Placeholder 4">
            <a:extLst>
              <a:ext uri="{FF2B5EF4-FFF2-40B4-BE49-F238E27FC236}">
                <a16:creationId xmlns:a16="http://schemas.microsoft.com/office/drawing/2014/main" id="{CE6D1139-D615-A8D5-6C0D-6ECE34613194}"/>
              </a:ext>
            </a:extLst>
          </p:cNvPr>
          <p:cNvSpPr>
            <a:spLocks noGrp="1"/>
          </p:cNvSpPr>
          <p:nvPr>
            <p:ph type="sldNum" sz="quarter" idx="4"/>
          </p:nvPr>
        </p:nvSpPr>
        <p:spPr/>
        <p:txBody>
          <a:bodyPr/>
          <a:lstStyle/>
          <a:p>
            <a:fld id="{9F621982-67CF-4DE6-9B69-E7E59DF16CFA}" type="slidenum">
              <a:rPr lang="en-GB" smtClean="0"/>
              <a:pPr/>
              <a:t>2</a:t>
            </a:fld>
            <a:endParaRPr lang="en-GB"/>
          </a:p>
        </p:txBody>
      </p:sp>
      <p:sp>
        <p:nvSpPr>
          <p:cNvPr id="6" name="Text Placeholder 5">
            <a:extLst>
              <a:ext uri="{FF2B5EF4-FFF2-40B4-BE49-F238E27FC236}">
                <a16:creationId xmlns:a16="http://schemas.microsoft.com/office/drawing/2014/main" id="{8BA5FBF2-9FF4-2B05-065A-2976EF770DE5}"/>
              </a:ext>
            </a:extLst>
          </p:cNvPr>
          <p:cNvSpPr>
            <a:spLocks noGrp="1"/>
          </p:cNvSpPr>
          <p:nvPr>
            <p:ph type="body" sz="half" idx="10"/>
          </p:nvPr>
        </p:nvSpPr>
        <p:spPr/>
        <p:txBody>
          <a:bodyPr/>
          <a:lstStyle/>
          <a:p>
            <a:r>
              <a:rPr lang="en-GB" dirty="0"/>
              <a:t>     https://www.facebook.com/dufour.jens</a:t>
            </a:r>
          </a:p>
          <a:p>
            <a:r>
              <a:rPr lang="en-GB" dirty="0"/>
              <a:t>     https://www.instagram.com/jens.dufour/</a:t>
            </a:r>
          </a:p>
          <a:p>
            <a:r>
              <a:rPr lang="en-GB" dirty="0"/>
              <a:t>     https://www.linkedin.com/in/jensdufour/</a:t>
            </a:r>
          </a:p>
          <a:p>
            <a:r>
              <a:rPr lang="en-GB" dirty="0"/>
              <a:t>     https://jensdufour.be/</a:t>
            </a:r>
          </a:p>
        </p:txBody>
      </p:sp>
      <p:pic>
        <p:nvPicPr>
          <p:cNvPr id="10" name="Afbeelding 9">
            <a:extLst>
              <a:ext uri="{FF2B5EF4-FFF2-40B4-BE49-F238E27FC236}">
                <a16:creationId xmlns:a16="http://schemas.microsoft.com/office/drawing/2014/main" id="{F2DE32D1-D61D-F754-0F8B-981712D69382}"/>
              </a:ext>
            </a:extLst>
          </p:cNvPr>
          <p:cNvPicPr>
            <a:picLocks noChangeAspect="1"/>
          </p:cNvPicPr>
          <p:nvPr/>
        </p:nvPicPr>
        <p:blipFill>
          <a:blip r:embed="rId4">
            <a:lum bright="70000" contrast="-70000"/>
          </a:blip>
          <a:stretch>
            <a:fillRect/>
          </a:stretch>
        </p:blipFill>
        <p:spPr>
          <a:xfrm>
            <a:off x="6596754" y="4290064"/>
            <a:ext cx="274320" cy="274320"/>
          </a:xfrm>
          <a:prstGeom prst="rect">
            <a:avLst/>
          </a:prstGeom>
        </p:spPr>
      </p:pic>
      <p:pic>
        <p:nvPicPr>
          <p:cNvPr id="14" name="Afbeelding 13">
            <a:extLst>
              <a:ext uri="{FF2B5EF4-FFF2-40B4-BE49-F238E27FC236}">
                <a16:creationId xmlns:a16="http://schemas.microsoft.com/office/drawing/2014/main" id="{B776948E-CAB6-886C-1CE4-CC00EA16DF85}"/>
              </a:ext>
            </a:extLst>
          </p:cNvPr>
          <p:cNvPicPr>
            <a:picLocks noChangeAspect="1"/>
          </p:cNvPicPr>
          <p:nvPr/>
        </p:nvPicPr>
        <p:blipFill>
          <a:blip r:embed="rId5">
            <a:lum bright="70000" contrast="-70000"/>
          </a:blip>
          <a:stretch>
            <a:fillRect/>
          </a:stretch>
        </p:blipFill>
        <p:spPr>
          <a:xfrm>
            <a:off x="6596754" y="4639871"/>
            <a:ext cx="274320" cy="274320"/>
          </a:xfrm>
          <a:prstGeom prst="rect">
            <a:avLst/>
          </a:prstGeom>
        </p:spPr>
      </p:pic>
      <p:pic>
        <p:nvPicPr>
          <p:cNvPr id="18" name="Afbeelding 17">
            <a:extLst>
              <a:ext uri="{FF2B5EF4-FFF2-40B4-BE49-F238E27FC236}">
                <a16:creationId xmlns:a16="http://schemas.microsoft.com/office/drawing/2014/main" id="{669C5665-96BA-73D8-2DC7-8231AFE04F9D}"/>
              </a:ext>
            </a:extLst>
          </p:cNvPr>
          <p:cNvPicPr>
            <a:picLocks noChangeAspect="1"/>
          </p:cNvPicPr>
          <p:nvPr/>
        </p:nvPicPr>
        <p:blipFill>
          <a:blip r:embed="rId6">
            <a:lum bright="70000" contrast="-70000"/>
          </a:blip>
          <a:stretch>
            <a:fillRect/>
          </a:stretch>
        </p:blipFill>
        <p:spPr>
          <a:xfrm>
            <a:off x="6596754" y="5339484"/>
            <a:ext cx="274320" cy="274320"/>
          </a:xfrm>
          <a:prstGeom prst="rect">
            <a:avLst/>
          </a:prstGeom>
        </p:spPr>
      </p:pic>
      <p:pic>
        <p:nvPicPr>
          <p:cNvPr id="22" name="Afbeelding 21">
            <a:extLst>
              <a:ext uri="{FF2B5EF4-FFF2-40B4-BE49-F238E27FC236}">
                <a16:creationId xmlns:a16="http://schemas.microsoft.com/office/drawing/2014/main" id="{A7FB3B44-0099-5658-944F-D2C747E10DE9}"/>
              </a:ext>
            </a:extLst>
          </p:cNvPr>
          <p:cNvPicPr>
            <a:picLocks noChangeAspect="1"/>
          </p:cNvPicPr>
          <p:nvPr/>
        </p:nvPicPr>
        <p:blipFill>
          <a:blip r:embed="rId7">
            <a:lum bright="70000" contrast="-70000"/>
          </a:blip>
          <a:stretch>
            <a:fillRect/>
          </a:stretch>
        </p:blipFill>
        <p:spPr>
          <a:xfrm>
            <a:off x="6596754" y="4989678"/>
            <a:ext cx="274320" cy="274320"/>
          </a:xfrm>
          <a:prstGeom prst="rect">
            <a:avLst/>
          </a:prstGeom>
          <a:solidFill>
            <a:srgbClr val="060D28"/>
          </a:solidFill>
        </p:spPr>
      </p:pic>
    </p:spTree>
    <p:extLst>
      <p:ext uri="{BB962C8B-B14F-4D97-AF65-F5344CB8AC3E}">
        <p14:creationId xmlns:p14="http://schemas.microsoft.com/office/powerpoint/2010/main" val="3412162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55ADBE-9DE4-ECD2-4307-7576EAB3126C}"/>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1794D90B-F908-C1A9-1749-F358A1D93BED}"/>
              </a:ext>
            </a:extLst>
          </p:cNvPr>
          <p:cNvSpPr>
            <a:spLocks/>
          </p:cNvSpPr>
          <p:nvPr/>
        </p:nvSpPr>
        <p:spPr>
          <a:xfrm>
            <a:off x="66675" y="1896387"/>
            <a:ext cx="12058650" cy="2206663"/>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1" name="Rectangle 40">
            <a:extLst>
              <a:ext uri="{FF2B5EF4-FFF2-40B4-BE49-F238E27FC236}">
                <a16:creationId xmlns:a16="http://schemas.microsoft.com/office/drawing/2014/main" id="{28492F1C-4165-0497-000C-A7A67F614987}"/>
              </a:ext>
            </a:extLst>
          </p:cNvPr>
          <p:cNvSpPr/>
          <p:nvPr/>
        </p:nvSpPr>
        <p:spPr>
          <a:xfrm>
            <a:off x="66675" y="5822589"/>
            <a:ext cx="4431906" cy="1008935"/>
          </a:xfrm>
          <a:prstGeom prst="rect">
            <a:avLst/>
          </a:prstGeom>
          <a:noFill/>
          <a:ln w="2857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Rectangle 39">
            <a:extLst>
              <a:ext uri="{FF2B5EF4-FFF2-40B4-BE49-F238E27FC236}">
                <a16:creationId xmlns:a16="http://schemas.microsoft.com/office/drawing/2014/main" id="{DC71DED3-F494-4094-D4C4-03FFEFF13345}"/>
              </a:ext>
            </a:extLst>
          </p:cNvPr>
          <p:cNvSpPr/>
          <p:nvPr/>
        </p:nvSpPr>
        <p:spPr>
          <a:xfrm>
            <a:off x="66675" y="4199802"/>
            <a:ext cx="12058650" cy="1508504"/>
          </a:xfrm>
          <a:prstGeom prst="rect">
            <a:avLst/>
          </a:prstGeom>
          <a:noFill/>
          <a:ln w="571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highlight>
                <a:srgbClr val="C0C0C0"/>
              </a:highlight>
              <a:uLnTx/>
              <a:uFillTx/>
              <a:latin typeface="Aptos" panose="02110004020202020204"/>
              <a:ea typeface="+mn-ea"/>
              <a:cs typeface="+mn-cs"/>
            </a:endParaRPr>
          </a:p>
        </p:txBody>
      </p:sp>
      <p:sp>
        <p:nvSpPr>
          <p:cNvPr id="38" name="Rectangle 37">
            <a:extLst>
              <a:ext uri="{FF2B5EF4-FFF2-40B4-BE49-F238E27FC236}">
                <a16:creationId xmlns:a16="http://schemas.microsoft.com/office/drawing/2014/main" id="{774EE729-ABF4-0FE0-9A6D-102E16C040BC}"/>
              </a:ext>
            </a:extLst>
          </p:cNvPr>
          <p:cNvSpPr/>
          <p:nvPr/>
        </p:nvSpPr>
        <p:spPr>
          <a:xfrm>
            <a:off x="66675" y="64576"/>
            <a:ext cx="12058650" cy="1726017"/>
          </a:xfrm>
          <a:prstGeom prst="rect">
            <a:avLst/>
          </a:prstGeom>
          <a:noFill/>
          <a:ln w="76200" cap="rnd">
            <a:solidFill>
              <a:schemeClr val="accent4">
                <a:lumMod val="20000"/>
                <a:lumOff val="80000"/>
              </a:schemeClr>
            </a:solidFill>
            <a:prstDash val="solid"/>
            <a:beve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1" name="Picture 10" descr="A black and purple logo&#10;&#10;AI-generated content may be incorrect.">
            <a:extLst>
              <a:ext uri="{FF2B5EF4-FFF2-40B4-BE49-F238E27FC236}">
                <a16:creationId xmlns:a16="http://schemas.microsoft.com/office/drawing/2014/main" id="{7C13DC9F-4EDF-5842-DEBE-505765888C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835" y="6094440"/>
            <a:ext cx="1440000" cy="465231"/>
          </a:xfrm>
          <a:prstGeom prst="rect">
            <a:avLst/>
          </a:prstGeom>
        </p:spPr>
      </p:pic>
      <p:pic>
        <p:nvPicPr>
          <p:cNvPr id="5" name="Picture 4" descr="A yellow arrow and a black background&#10;&#10;AI-generated content may be incorrect.">
            <a:extLst>
              <a:ext uri="{FF2B5EF4-FFF2-40B4-BE49-F238E27FC236}">
                <a16:creationId xmlns:a16="http://schemas.microsoft.com/office/drawing/2014/main" id="{BEC28E88-B716-FC55-3950-DBB1DE4AF9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125" y="196535"/>
            <a:ext cx="1401267" cy="1385897"/>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15217BD9-483A-E37A-7346-74FE1055A0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2907" y="278729"/>
            <a:ext cx="3399974" cy="1077172"/>
          </a:xfrm>
          <a:prstGeom prst="rect">
            <a:avLst/>
          </a:prstGeom>
        </p:spPr>
      </p:pic>
      <p:pic>
        <p:nvPicPr>
          <p:cNvPr id="13" name="Picture 12" descr="A black and grey logo&#10;&#10;AI-generated content may be incorrect.">
            <a:extLst>
              <a:ext uri="{FF2B5EF4-FFF2-40B4-BE49-F238E27FC236}">
                <a16:creationId xmlns:a16="http://schemas.microsoft.com/office/drawing/2014/main" id="{043F8DEF-0D7C-8319-BC46-6813392305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2907" y="2155214"/>
            <a:ext cx="2160000" cy="460688"/>
          </a:xfrm>
          <a:prstGeom prst="rect">
            <a:avLst/>
          </a:prstGeom>
        </p:spPr>
      </p:pic>
      <p:pic>
        <p:nvPicPr>
          <p:cNvPr id="15" name="Graphic 14">
            <a:extLst>
              <a:ext uri="{FF2B5EF4-FFF2-40B4-BE49-F238E27FC236}">
                <a16:creationId xmlns:a16="http://schemas.microsoft.com/office/drawing/2014/main" id="{6239930A-2218-90A3-0B0D-66F1148B94B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10944" y="2217897"/>
            <a:ext cx="2985056" cy="490876"/>
          </a:xfrm>
          <a:prstGeom prst="rect">
            <a:avLst/>
          </a:prstGeom>
        </p:spPr>
      </p:pic>
      <p:pic>
        <p:nvPicPr>
          <p:cNvPr id="19" name="Picture 18" descr="A black and blue logo&#10;&#10;AI-generated content may be incorrect.">
            <a:extLst>
              <a:ext uri="{FF2B5EF4-FFF2-40B4-BE49-F238E27FC236}">
                <a16:creationId xmlns:a16="http://schemas.microsoft.com/office/drawing/2014/main" id="{781BA81E-E167-66D7-E6FB-C52974C929F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13971" y="2381805"/>
            <a:ext cx="2731500" cy="326553"/>
          </a:xfrm>
          <a:prstGeom prst="rect">
            <a:avLst/>
          </a:prstGeom>
        </p:spPr>
      </p:pic>
      <p:pic>
        <p:nvPicPr>
          <p:cNvPr id="14" name="Graphic 13">
            <a:extLst>
              <a:ext uri="{FF2B5EF4-FFF2-40B4-BE49-F238E27FC236}">
                <a16:creationId xmlns:a16="http://schemas.microsoft.com/office/drawing/2014/main" id="{DA7FDB60-F06E-40E6-4728-13E57CBFD75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04428" y="3255558"/>
            <a:ext cx="1886697" cy="585022"/>
          </a:xfrm>
          <a:prstGeom prst="rect">
            <a:avLst/>
          </a:prstGeom>
        </p:spPr>
      </p:pic>
      <p:pic>
        <p:nvPicPr>
          <p:cNvPr id="18" name="Graphic 17">
            <a:extLst>
              <a:ext uri="{FF2B5EF4-FFF2-40B4-BE49-F238E27FC236}">
                <a16:creationId xmlns:a16="http://schemas.microsoft.com/office/drawing/2014/main" id="{93C50E70-C359-61E7-35AF-4D4B1FB2396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14312" y="3048271"/>
            <a:ext cx="1488523" cy="669768"/>
          </a:xfrm>
          <a:prstGeom prst="rect">
            <a:avLst/>
          </a:prstGeom>
        </p:spPr>
      </p:pic>
      <p:pic>
        <p:nvPicPr>
          <p:cNvPr id="22" name="Graphic 21">
            <a:extLst>
              <a:ext uri="{FF2B5EF4-FFF2-40B4-BE49-F238E27FC236}">
                <a16:creationId xmlns:a16="http://schemas.microsoft.com/office/drawing/2014/main" id="{05F3FF6F-0B28-3895-2E95-159016DEE5F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062263" y="4971536"/>
            <a:ext cx="1329844" cy="514305"/>
          </a:xfrm>
          <a:prstGeom prst="rect">
            <a:avLst/>
          </a:prstGeom>
        </p:spPr>
      </p:pic>
      <p:pic>
        <p:nvPicPr>
          <p:cNvPr id="24" name="Graphic 23">
            <a:extLst>
              <a:ext uri="{FF2B5EF4-FFF2-40B4-BE49-F238E27FC236}">
                <a16:creationId xmlns:a16="http://schemas.microsoft.com/office/drawing/2014/main" id="{2D229D99-17CD-E19F-A17F-C98434517CC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849000" y="4370253"/>
            <a:ext cx="2247000" cy="506366"/>
          </a:xfrm>
          <a:prstGeom prst="rect">
            <a:avLst/>
          </a:prstGeom>
        </p:spPr>
      </p:pic>
      <p:pic>
        <p:nvPicPr>
          <p:cNvPr id="26" name="Graphic 25">
            <a:extLst>
              <a:ext uri="{FF2B5EF4-FFF2-40B4-BE49-F238E27FC236}">
                <a16:creationId xmlns:a16="http://schemas.microsoft.com/office/drawing/2014/main" id="{3CD16AB1-2B8A-84D8-CDB1-344AA54D6A5C}"/>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9251841" y="5103036"/>
            <a:ext cx="2657425" cy="408303"/>
          </a:xfrm>
          <a:prstGeom prst="rect">
            <a:avLst/>
          </a:prstGeom>
        </p:spPr>
      </p:pic>
      <p:pic>
        <p:nvPicPr>
          <p:cNvPr id="28" name="Graphic 27">
            <a:extLst>
              <a:ext uri="{FF2B5EF4-FFF2-40B4-BE49-F238E27FC236}">
                <a16:creationId xmlns:a16="http://schemas.microsoft.com/office/drawing/2014/main" id="{3A14BC90-FCEA-9021-84FB-49CF4C764EF4}"/>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665175" y="5095746"/>
            <a:ext cx="1981171" cy="347512"/>
          </a:xfrm>
          <a:prstGeom prst="rect">
            <a:avLst/>
          </a:prstGeom>
        </p:spPr>
      </p:pic>
      <p:pic>
        <p:nvPicPr>
          <p:cNvPr id="30" name="Picture 29" descr="A close up of a logo&#10;&#10;AI-generated content may be incorrect.">
            <a:extLst>
              <a:ext uri="{FF2B5EF4-FFF2-40B4-BE49-F238E27FC236}">
                <a16:creationId xmlns:a16="http://schemas.microsoft.com/office/drawing/2014/main" id="{2888AE37-6217-7F78-A7D7-6AAFC76A481F}"/>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522907" y="6038069"/>
            <a:ext cx="1440000" cy="705938"/>
          </a:xfrm>
          <a:prstGeom prst="rect">
            <a:avLst/>
          </a:prstGeom>
        </p:spPr>
      </p:pic>
      <p:pic>
        <p:nvPicPr>
          <p:cNvPr id="1026" name="Picture 2">
            <a:extLst>
              <a:ext uri="{FF2B5EF4-FFF2-40B4-BE49-F238E27FC236}">
                <a16:creationId xmlns:a16="http://schemas.microsoft.com/office/drawing/2014/main" id="{D4207924-1D7A-60FF-9A65-A3E1F335E5A2}"/>
              </a:ext>
            </a:extLst>
          </p:cNvPr>
          <p:cNvPicPr>
            <a:picLocks noChangeAspect="1"/>
          </p:cNvPicPr>
          <p:nvPr/>
        </p:nvPicPr>
        <p:blipFill>
          <a:blip r:embed="rId23">
            <a:extLst>
              <a:ext uri="{28A0092B-C50C-407E-A947-70E740481C1C}">
                <a14:useLocalDpi xmlns:a14="http://schemas.microsoft.com/office/drawing/2010/main" val="0"/>
              </a:ext>
            </a:extLst>
          </a:blip>
          <a:srcRect/>
          <a:stretch>
            <a:fillRect/>
          </a:stretch>
        </p:blipFill>
        <p:spPr bwMode="auto">
          <a:xfrm>
            <a:off x="6890938" y="2154069"/>
            <a:ext cx="1255815" cy="66976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22D5B04-CCFD-2E35-714F-CC7BC38D099E}"/>
              </a:ext>
            </a:extLst>
          </p:cNvPr>
          <p:cNvPicPr>
            <a:picLocks noChangeAspect="1"/>
          </p:cNvPicPr>
          <p:nvPr/>
        </p:nvPicPr>
        <p:blipFill>
          <a:blip r:embed="rId24">
            <a:extLst>
              <a:ext uri="{28A0092B-C50C-407E-A947-70E740481C1C}">
                <a14:useLocalDpi xmlns:a14="http://schemas.microsoft.com/office/drawing/2010/main" val="0"/>
              </a:ext>
            </a:extLst>
          </a:blip>
          <a:srcRect/>
          <a:stretch>
            <a:fillRect/>
          </a:stretch>
        </p:blipFill>
        <p:spPr bwMode="auto">
          <a:xfrm>
            <a:off x="9296777" y="3329451"/>
            <a:ext cx="2160000" cy="369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79916448-6027-7013-7697-C6E29779644E}"/>
              </a:ext>
            </a:extLst>
          </p:cNvPr>
          <p:cNvPicPr>
            <a:picLocks noChangeAspect="1"/>
          </p:cNvPicPr>
          <p:nvPr/>
        </p:nvPicPr>
        <p:blipFill>
          <a:blip r:embed="rId25">
            <a:extLst>
              <a:ext uri="{28A0092B-C50C-407E-A947-70E740481C1C}">
                <a14:useLocalDpi xmlns:a14="http://schemas.microsoft.com/office/drawing/2010/main" val="0"/>
              </a:ext>
            </a:extLst>
          </a:blip>
          <a:srcRect/>
          <a:stretch>
            <a:fillRect/>
          </a:stretch>
        </p:blipFill>
        <p:spPr bwMode="auto">
          <a:xfrm>
            <a:off x="3284331" y="3112902"/>
            <a:ext cx="2651549" cy="695105"/>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a:extLst>
              <a:ext uri="{FF2B5EF4-FFF2-40B4-BE49-F238E27FC236}">
                <a16:creationId xmlns:a16="http://schemas.microsoft.com/office/drawing/2014/main" id="{A69808CD-7CA2-1CBF-1496-E79A6BBA640D}"/>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220032" y="4324071"/>
            <a:ext cx="1828933" cy="514305"/>
          </a:xfrm>
          <a:prstGeom prst="rect">
            <a:avLst/>
          </a:prstGeom>
        </p:spPr>
      </p:pic>
      <p:pic>
        <p:nvPicPr>
          <p:cNvPr id="6" name="Graphic 5">
            <a:extLst>
              <a:ext uri="{FF2B5EF4-FFF2-40B4-BE49-F238E27FC236}">
                <a16:creationId xmlns:a16="http://schemas.microsoft.com/office/drawing/2014/main" id="{D5C46BD3-FBD8-1B9C-BB58-6EB473CDB24A}"/>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7846199" y="4324071"/>
            <a:ext cx="1179942" cy="642542"/>
          </a:xfrm>
          <a:prstGeom prst="rect">
            <a:avLst/>
          </a:prstGeom>
        </p:spPr>
      </p:pic>
      <p:sp>
        <p:nvSpPr>
          <p:cNvPr id="2" name="TextBox 1">
            <a:extLst>
              <a:ext uri="{FF2B5EF4-FFF2-40B4-BE49-F238E27FC236}">
                <a16:creationId xmlns:a16="http://schemas.microsoft.com/office/drawing/2014/main" id="{F4D83876-9B4D-C526-3396-1A186EFF46F6}"/>
              </a:ext>
            </a:extLst>
          </p:cNvPr>
          <p:cNvSpPr txBox="1"/>
          <p:nvPr/>
        </p:nvSpPr>
        <p:spPr>
          <a:xfrm>
            <a:off x="8271080" y="5750809"/>
            <a:ext cx="3854245"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Aptos" panose="02110004020202020204"/>
                <a:ea typeface="+mn-ea"/>
                <a:cs typeface="+mn-cs"/>
              </a:rPr>
              <a:t>EVENT PARTNERS</a:t>
            </a:r>
          </a:p>
        </p:txBody>
      </p:sp>
      <p:pic>
        <p:nvPicPr>
          <p:cNvPr id="4" name="Picture 3">
            <a:extLst>
              <a:ext uri="{FF2B5EF4-FFF2-40B4-BE49-F238E27FC236}">
                <a16:creationId xmlns:a16="http://schemas.microsoft.com/office/drawing/2014/main" id="{BCCEB94E-84BB-2AB4-8F10-8EDB150B3B06}"/>
              </a:ext>
            </a:extLst>
          </p:cNvPr>
          <p:cNvPicPr>
            <a:picLocks noChangeAspect="1"/>
          </p:cNvPicPr>
          <p:nvPr/>
        </p:nvPicPr>
        <p:blipFill>
          <a:blip r:embed="rId30"/>
          <a:stretch>
            <a:fillRect/>
          </a:stretch>
        </p:blipFill>
        <p:spPr>
          <a:xfrm>
            <a:off x="5082303" y="6017969"/>
            <a:ext cx="2705899" cy="603759"/>
          </a:xfrm>
          <a:prstGeom prst="rect">
            <a:avLst/>
          </a:prstGeom>
        </p:spPr>
      </p:pic>
      <p:pic>
        <p:nvPicPr>
          <p:cNvPr id="7" name="Picture 4">
            <a:extLst>
              <a:ext uri="{FF2B5EF4-FFF2-40B4-BE49-F238E27FC236}">
                <a16:creationId xmlns:a16="http://schemas.microsoft.com/office/drawing/2014/main" id="{03363BD2-8DE2-220A-07B3-8A72BF038EBA}"/>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916957" y="5953753"/>
            <a:ext cx="669768" cy="66976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E724D85-952B-212F-4492-7DE7153F58E4}"/>
              </a:ext>
            </a:extLst>
          </p:cNvPr>
          <p:cNvSpPr txBox="1"/>
          <p:nvPr/>
        </p:nvSpPr>
        <p:spPr>
          <a:xfrm>
            <a:off x="3648140" y="5832830"/>
            <a:ext cx="91092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Aptos" panose="02110004020202020204"/>
                <a:ea typeface="+mn-ea"/>
                <a:cs typeface="+mn-cs"/>
              </a:rPr>
              <a:t>SPONSORS</a:t>
            </a:r>
          </a:p>
        </p:txBody>
      </p:sp>
      <p:sp>
        <p:nvSpPr>
          <p:cNvPr id="9" name="TextBox 8">
            <a:extLst>
              <a:ext uri="{FF2B5EF4-FFF2-40B4-BE49-F238E27FC236}">
                <a16:creationId xmlns:a16="http://schemas.microsoft.com/office/drawing/2014/main" id="{24E21036-4064-384F-BADB-5B329D41274C}"/>
              </a:ext>
            </a:extLst>
          </p:cNvPr>
          <p:cNvSpPr txBox="1"/>
          <p:nvPr/>
        </p:nvSpPr>
        <p:spPr>
          <a:xfrm>
            <a:off x="11473314" y="4242305"/>
            <a:ext cx="161183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Aptos" panose="02110004020202020204"/>
                <a:ea typeface="+mn-ea"/>
                <a:cs typeface="+mn-cs"/>
              </a:rPr>
              <a:t>SILVER</a:t>
            </a:r>
          </a:p>
        </p:txBody>
      </p:sp>
      <p:sp>
        <p:nvSpPr>
          <p:cNvPr id="12" name="TextBox 11">
            <a:extLst>
              <a:ext uri="{FF2B5EF4-FFF2-40B4-BE49-F238E27FC236}">
                <a16:creationId xmlns:a16="http://schemas.microsoft.com/office/drawing/2014/main" id="{A924667C-7703-1A55-E14A-D305004D466C}"/>
              </a:ext>
            </a:extLst>
          </p:cNvPr>
          <p:cNvSpPr txBox="1"/>
          <p:nvPr/>
        </p:nvSpPr>
        <p:spPr>
          <a:xfrm>
            <a:off x="11538094" y="1953442"/>
            <a:ext cx="161183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Aptos" panose="02110004020202020204"/>
                <a:ea typeface="+mn-ea"/>
                <a:cs typeface="+mn-cs"/>
              </a:rPr>
              <a:t>GOLD</a:t>
            </a:r>
          </a:p>
        </p:txBody>
      </p:sp>
      <p:sp>
        <p:nvSpPr>
          <p:cNvPr id="16" name="TextBox 15">
            <a:extLst>
              <a:ext uri="{FF2B5EF4-FFF2-40B4-BE49-F238E27FC236}">
                <a16:creationId xmlns:a16="http://schemas.microsoft.com/office/drawing/2014/main" id="{697DEAE7-0057-D48B-3FCF-9FA24E71522F}"/>
              </a:ext>
            </a:extLst>
          </p:cNvPr>
          <p:cNvSpPr txBox="1"/>
          <p:nvPr/>
        </p:nvSpPr>
        <p:spPr>
          <a:xfrm>
            <a:off x="11319410" y="112449"/>
            <a:ext cx="161183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Aptos" panose="02110004020202020204"/>
                <a:ea typeface="+mn-ea"/>
                <a:cs typeface="+mn-cs"/>
              </a:rPr>
              <a:t>PLATINUM</a:t>
            </a:r>
          </a:p>
        </p:txBody>
      </p:sp>
    </p:spTree>
    <p:extLst>
      <p:ext uri="{BB962C8B-B14F-4D97-AF65-F5344CB8AC3E}">
        <p14:creationId xmlns:p14="http://schemas.microsoft.com/office/powerpoint/2010/main" val="3665679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1F70A7C6-4791-52EC-70AC-66868A0B92B5}"/>
              </a:ext>
            </a:extLst>
          </p:cNvPr>
          <p:cNvSpPr>
            <a:spLocks noGrp="1"/>
          </p:cNvSpPr>
          <p:nvPr>
            <p:ph type="ctrTitle"/>
          </p:nvPr>
        </p:nvSpPr>
        <p:spPr/>
        <p:txBody>
          <a:bodyPr/>
          <a:lstStyle/>
          <a:p>
            <a:r>
              <a:rPr lang="en-US" dirty="0"/>
              <a:t>A brief recap of EPM</a:t>
            </a:r>
            <a:endParaRPr lang="LID4096" dirty="0"/>
          </a:p>
        </p:txBody>
      </p:sp>
      <p:sp>
        <p:nvSpPr>
          <p:cNvPr id="8" name="Tijdelijke aanduiding voor tekst 7">
            <a:extLst>
              <a:ext uri="{FF2B5EF4-FFF2-40B4-BE49-F238E27FC236}">
                <a16:creationId xmlns:a16="http://schemas.microsoft.com/office/drawing/2014/main" id="{747D92B7-4430-F5FB-DE2D-347789C5524F}"/>
              </a:ext>
            </a:extLst>
          </p:cNvPr>
          <p:cNvSpPr>
            <a:spLocks noGrp="1"/>
          </p:cNvSpPr>
          <p:nvPr>
            <p:ph type="body" sz="quarter" idx="12"/>
          </p:nvPr>
        </p:nvSpPr>
        <p:spPr/>
        <p:txBody>
          <a:bodyPr/>
          <a:lstStyle/>
          <a:p>
            <a:endParaRPr lang="LID4096"/>
          </a:p>
        </p:txBody>
      </p:sp>
      <p:sp>
        <p:nvSpPr>
          <p:cNvPr id="9" name="Tijdelijke aanduiding voor tekst 8">
            <a:extLst>
              <a:ext uri="{FF2B5EF4-FFF2-40B4-BE49-F238E27FC236}">
                <a16:creationId xmlns:a16="http://schemas.microsoft.com/office/drawing/2014/main" id="{11ED7C1F-39C3-58FC-EE7A-D868FBC36B19}"/>
              </a:ext>
            </a:extLst>
          </p:cNvPr>
          <p:cNvSpPr>
            <a:spLocks noGrp="1"/>
          </p:cNvSpPr>
          <p:nvPr>
            <p:ph type="body" sz="quarter" idx="13"/>
          </p:nvPr>
        </p:nvSpPr>
        <p:spPr/>
        <p:txBody>
          <a:bodyPr/>
          <a:lstStyle/>
          <a:p>
            <a:endParaRPr lang="LID4096"/>
          </a:p>
        </p:txBody>
      </p:sp>
      <p:sp>
        <p:nvSpPr>
          <p:cNvPr id="5" name="Tijdelijke aanduiding voor dianummer 4">
            <a:extLst>
              <a:ext uri="{FF2B5EF4-FFF2-40B4-BE49-F238E27FC236}">
                <a16:creationId xmlns:a16="http://schemas.microsoft.com/office/drawing/2014/main" id="{2ECC9FBE-6189-2B11-838C-578E962B4A24}"/>
              </a:ext>
            </a:extLst>
          </p:cNvPr>
          <p:cNvSpPr>
            <a:spLocks noGrp="1"/>
          </p:cNvSpPr>
          <p:nvPr>
            <p:ph type="sldNum" sz="quarter" idx="16"/>
          </p:nvPr>
        </p:nvSpPr>
        <p:spPr/>
        <p:txBody>
          <a:bodyPr/>
          <a:lstStyle/>
          <a:p>
            <a:fld id="{9F621982-67CF-4DE6-9B69-E7E59DF16CFA}" type="slidenum">
              <a:rPr lang="en-GB" smtClean="0"/>
              <a:pPr/>
              <a:t>4</a:t>
            </a:fld>
            <a:endParaRPr lang="en-GB"/>
          </a:p>
        </p:txBody>
      </p:sp>
    </p:spTree>
    <p:extLst>
      <p:ext uri="{BB962C8B-B14F-4D97-AF65-F5344CB8AC3E}">
        <p14:creationId xmlns:p14="http://schemas.microsoft.com/office/powerpoint/2010/main" val="764996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A9972FC5-8D8B-0882-1306-A360E3C07D6A}"/>
              </a:ext>
            </a:extLst>
          </p:cNvPr>
          <p:cNvSpPr>
            <a:spLocks noGrp="1"/>
          </p:cNvSpPr>
          <p:nvPr>
            <p:ph type="sldNum" sz="quarter" idx="4"/>
          </p:nvPr>
        </p:nvSpPr>
        <p:spPr/>
        <p:txBody>
          <a:bodyPr/>
          <a:lstStyle/>
          <a:p>
            <a:fld id="{9F621982-67CF-4DE6-9B69-E7E59DF16CFA}" type="slidenum">
              <a:rPr lang="en-GB" smtClean="0"/>
              <a:pPr/>
              <a:t>5</a:t>
            </a:fld>
            <a:endParaRPr lang="en-GB"/>
          </a:p>
        </p:txBody>
      </p:sp>
      <p:sp>
        <p:nvSpPr>
          <p:cNvPr id="4" name="Title 1">
            <a:extLst>
              <a:ext uri="{FF2B5EF4-FFF2-40B4-BE49-F238E27FC236}">
                <a16:creationId xmlns:a16="http://schemas.microsoft.com/office/drawing/2014/main" id="{34050D94-8D37-8B9D-C855-B3AD10DCBD75}"/>
              </a:ext>
            </a:extLst>
          </p:cNvPr>
          <p:cNvSpPr txBox="1">
            <a:spLocks/>
          </p:cNvSpPr>
          <p:nvPr/>
        </p:nvSpPr>
        <p:spPr>
          <a:xfrm>
            <a:off x="838200" y="365125"/>
            <a:ext cx="10515600" cy="1325563"/>
          </a:xfrm>
          <a:prstGeom prst="rect">
            <a:avLst/>
          </a:prstGeom>
        </p:spPr>
        <p:txBody>
          <a:bodyPr>
            <a:normAutofit/>
          </a:bodyPr>
          <a:lstStyle>
            <a:lvl1pPr algn="l" defTabSz="914400" rtl="0" eaLnBrk="1" latinLnBrk="0" hangingPunct="1">
              <a:lnSpc>
                <a:spcPct val="90000"/>
              </a:lnSpc>
              <a:spcBef>
                <a:spcPct val="0"/>
              </a:spcBef>
              <a:buNone/>
              <a:defRPr sz="3600" kern="1200">
                <a:solidFill>
                  <a:schemeClr val="bg1"/>
                </a:solidFill>
                <a:latin typeface="Aptos Black" panose="020B0004020202020204" pitchFamily="34" charset="0"/>
                <a:ea typeface="+mj-ea"/>
                <a:cs typeface="+mj-cs"/>
              </a:defRPr>
            </a:lvl1pPr>
          </a:lstStyle>
          <a:p>
            <a:r>
              <a:rPr lang="en-US" dirty="0"/>
              <a:t>The elephant in the room…</a:t>
            </a:r>
          </a:p>
        </p:txBody>
      </p:sp>
      <p:sp>
        <p:nvSpPr>
          <p:cNvPr id="19" name="TextBox 25">
            <a:extLst>
              <a:ext uri="{FF2B5EF4-FFF2-40B4-BE49-F238E27FC236}">
                <a16:creationId xmlns:a16="http://schemas.microsoft.com/office/drawing/2014/main" id="{56C24560-CADA-247C-93D4-2AF6EBFBD054}"/>
              </a:ext>
            </a:extLst>
          </p:cNvPr>
          <p:cNvSpPr txBox="1"/>
          <p:nvPr/>
        </p:nvSpPr>
        <p:spPr>
          <a:xfrm>
            <a:off x="1234147" y="6124307"/>
            <a:ext cx="3888972" cy="430887"/>
          </a:xfrm>
          <a:prstGeom prst="rect">
            <a:avLst/>
          </a:prstGeom>
          <a:noFill/>
        </p:spPr>
        <p:txBody>
          <a:bodyPr wrap="square" lIns="0" tIns="45720" rIns="0" bIns="45720" rtlCol="0" anchor="t">
            <a:spAutoFit/>
          </a:bodyPr>
          <a:lstStyle/>
          <a:p>
            <a:pPr>
              <a:defRPr/>
            </a:pPr>
            <a:r>
              <a:rPr lang="en-US" sz="1100" i="1" dirty="0">
                <a:solidFill>
                  <a:schemeClr val="bg1"/>
                </a:solidFill>
                <a:latin typeface="Segoe UI"/>
                <a:cs typeface="Segoe UI"/>
              </a:rPr>
              <a:t> </a:t>
            </a:r>
            <a:r>
              <a:rPr kumimoji="0" lang="en-US" sz="1100" b="0" i="1" u="none" strike="noStrike" kern="1200" cap="none" spc="0" normalizeH="0" baseline="0" noProof="0" dirty="0">
                <a:ln>
                  <a:noFill/>
                </a:ln>
                <a:solidFill>
                  <a:schemeClr val="bg1"/>
                </a:solidFill>
                <a:effectLst/>
                <a:uLnTx/>
                <a:uFillTx/>
                <a:latin typeface="Segoe UI"/>
                <a:cs typeface="Segoe UI"/>
              </a:rPr>
              <a:t>*Also available as individual add-ons</a:t>
            </a:r>
          </a:p>
          <a:p>
            <a:pPr>
              <a:defRPr/>
            </a:pPr>
            <a:r>
              <a:rPr lang="en-US" sz="1100" i="1" dirty="0">
                <a:solidFill>
                  <a:schemeClr val="bg1"/>
                </a:solidFill>
                <a:latin typeface="Segoe UI"/>
                <a:cs typeface="Segoe UI"/>
              </a:rPr>
              <a:t> </a:t>
            </a:r>
            <a:r>
              <a:rPr kumimoji="0" lang="en-US" sz="1100" b="0" i="1" u="none" strike="noStrike" kern="1200" cap="none" spc="0" normalizeH="0" baseline="0" noProof="0" dirty="0">
                <a:ln>
                  <a:noFill/>
                </a:ln>
                <a:solidFill>
                  <a:schemeClr val="bg1"/>
                </a:solidFill>
                <a:effectLst/>
                <a:uLnTx/>
                <a:uFillTx/>
                <a:latin typeface="Segoe UI"/>
                <a:cs typeface="Segoe UI"/>
                <a:hlinkClick r:id="rId2">
                  <a:extLst>
                    <a:ext uri="{A12FA001-AC4F-418D-AE19-62706E023703}">
                      <ahyp:hlinkClr xmlns:ahyp="http://schemas.microsoft.com/office/drawing/2018/hyperlinkcolor" val="tx"/>
                    </a:ext>
                  </a:extLst>
                </a:hlinkClick>
              </a:rPr>
              <a:t>aka.ms/</a:t>
            </a:r>
            <a:r>
              <a:rPr kumimoji="0" lang="en-US" sz="1100" b="0" i="1" u="none" strike="noStrike" kern="1200" cap="none" spc="0" normalizeH="0" baseline="0" noProof="0" dirty="0" err="1">
                <a:ln>
                  <a:noFill/>
                </a:ln>
                <a:solidFill>
                  <a:schemeClr val="bg1"/>
                </a:solidFill>
                <a:effectLst/>
                <a:uLnTx/>
                <a:uFillTx/>
                <a:latin typeface="Segoe UI"/>
                <a:cs typeface="Segoe UI"/>
                <a:hlinkClick r:id="rId2">
                  <a:extLst>
                    <a:ext uri="{A12FA001-AC4F-418D-AE19-62706E023703}">
                      <ahyp:hlinkClr xmlns:ahyp="http://schemas.microsoft.com/office/drawing/2018/hyperlinkcolor" val="tx"/>
                    </a:ext>
                  </a:extLst>
                </a:hlinkClick>
              </a:rPr>
              <a:t>IntuneSuitePricing</a:t>
            </a:r>
            <a:r>
              <a:rPr lang="en-US" sz="1100" i="1" dirty="0">
                <a:solidFill>
                  <a:schemeClr val="bg1"/>
                </a:solidFill>
                <a:latin typeface="Segoe UI"/>
                <a:cs typeface="Segoe UI"/>
              </a:rPr>
              <a:t> </a:t>
            </a:r>
            <a:endParaRPr lang="en-US" sz="1100" b="0" i="1" u="none" strike="noStrike" kern="1200" cap="none" spc="0" normalizeH="0" baseline="0" noProof="0" dirty="0">
              <a:ln>
                <a:noFill/>
              </a:ln>
              <a:solidFill>
                <a:schemeClr val="bg1"/>
              </a:solidFill>
              <a:effectLst/>
              <a:uLnTx/>
              <a:uFillTx/>
              <a:latin typeface="Segoe UI" panose="020B0502040204020203" pitchFamily="34" charset="0"/>
              <a:cs typeface="Segoe UI" panose="020B0502040204020203" pitchFamily="34" charset="0"/>
            </a:endParaRPr>
          </a:p>
        </p:txBody>
      </p:sp>
      <p:grpSp>
        <p:nvGrpSpPr>
          <p:cNvPr id="24" name="Groep 23">
            <a:extLst>
              <a:ext uri="{FF2B5EF4-FFF2-40B4-BE49-F238E27FC236}">
                <a16:creationId xmlns:a16="http://schemas.microsoft.com/office/drawing/2014/main" id="{A381BCB9-2D7A-A1DC-3B8F-7D2A9E3A205A}"/>
              </a:ext>
            </a:extLst>
          </p:cNvPr>
          <p:cNvGrpSpPr/>
          <p:nvPr/>
        </p:nvGrpSpPr>
        <p:grpSpPr>
          <a:xfrm>
            <a:off x="1213673" y="979443"/>
            <a:ext cx="9764654" cy="5513432"/>
            <a:chOff x="1279705" y="1004282"/>
            <a:chExt cx="9764654" cy="5513432"/>
          </a:xfrm>
        </p:grpSpPr>
        <p:sp>
          <p:nvSpPr>
            <p:cNvPr id="3" name="Round Same Side Corner Rectangle 44">
              <a:extLst>
                <a:ext uri="{FF2B5EF4-FFF2-40B4-BE49-F238E27FC236}">
                  <a16:creationId xmlns:a16="http://schemas.microsoft.com/office/drawing/2014/main" id="{C02BFF89-4AEC-A909-A415-834E12591AAE}"/>
                </a:ext>
                <a:ext uri="{C183D7F6-B498-43B3-948B-1728B52AA6E4}">
                  <adec:decorative xmlns:adec="http://schemas.microsoft.com/office/drawing/2017/decorative" val="1"/>
                </a:ext>
              </a:extLst>
            </p:cNvPr>
            <p:cNvSpPr/>
            <p:nvPr/>
          </p:nvSpPr>
          <p:spPr bwMode="auto">
            <a:xfrm>
              <a:off x="1279705" y="2463990"/>
              <a:ext cx="3843414" cy="2983828"/>
            </a:xfrm>
            <a:prstGeom prst="round2SameRect">
              <a:avLst>
                <a:gd name="adj1" fmla="val 7886"/>
                <a:gd name="adj2" fmla="val 9044"/>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cxnSp>
          <p:nvCxnSpPr>
            <p:cNvPr id="5" name="Straight Connector 3">
              <a:extLst>
                <a:ext uri="{FF2B5EF4-FFF2-40B4-BE49-F238E27FC236}">
                  <a16:creationId xmlns:a16="http://schemas.microsoft.com/office/drawing/2014/main" id="{129EA50D-5527-0E74-78F5-57B4FC8E21AE}"/>
                </a:ext>
                <a:ext uri="{C183D7F6-B498-43B3-948B-1728B52AA6E4}">
                  <adec:decorative xmlns:adec="http://schemas.microsoft.com/office/drawing/2017/decorative" val="1"/>
                </a:ext>
              </a:extLst>
            </p:cNvPr>
            <p:cNvCxnSpPr>
              <a:cxnSpLocks/>
            </p:cNvCxnSpPr>
            <p:nvPr/>
          </p:nvCxnSpPr>
          <p:spPr>
            <a:xfrm>
              <a:off x="1537450" y="3247792"/>
              <a:ext cx="334606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Round Single Corner Rectangle 26">
              <a:extLst>
                <a:ext uri="{FF2B5EF4-FFF2-40B4-BE49-F238E27FC236}">
                  <a16:creationId xmlns:a16="http://schemas.microsoft.com/office/drawing/2014/main" id="{A067D823-353E-6F50-BFC4-876EABD7FA10}"/>
                </a:ext>
                <a:ext uri="{C183D7F6-B498-43B3-948B-1728B52AA6E4}">
                  <adec:decorative xmlns:adec="http://schemas.microsoft.com/office/drawing/2017/decorative" val="1"/>
                </a:ext>
              </a:extLst>
            </p:cNvPr>
            <p:cNvSpPr/>
            <p:nvPr/>
          </p:nvSpPr>
          <p:spPr bwMode="auto">
            <a:xfrm flipH="1">
              <a:off x="1537444" y="2252283"/>
              <a:ext cx="3346069" cy="404286"/>
            </a:xfrm>
            <a:prstGeom prst="roundRect">
              <a:avLst/>
            </a:prstGeom>
            <a:solidFill>
              <a:srgbClr val="007D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dirty="0">
                  <a:solidFill>
                    <a:srgbClr val="FFFFFF"/>
                  </a:solidFill>
                  <a:latin typeface="+mj-lt"/>
                  <a:ea typeface="Segoe UI" pitchFamily="34" charset="0"/>
                  <a:cs typeface="Segoe UI" pitchFamily="34" charset="0"/>
                </a:rPr>
                <a:t>Intune Plan 1</a:t>
              </a:r>
            </a:p>
          </p:txBody>
        </p:sp>
        <p:sp>
          <p:nvSpPr>
            <p:cNvPr id="7" name="TextBox 4">
              <a:extLst>
                <a:ext uri="{FF2B5EF4-FFF2-40B4-BE49-F238E27FC236}">
                  <a16:creationId xmlns:a16="http://schemas.microsoft.com/office/drawing/2014/main" id="{1A287531-A907-6BA0-C49C-5B0FED948347}"/>
                </a:ext>
              </a:extLst>
            </p:cNvPr>
            <p:cNvSpPr txBox="1"/>
            <p:nvPr/>
          </p:nvSpPr>
          <p:spPr>
            <a:xfrm>
              <a:off x="1636664" y="2741851"/>
              <a:ext cx="3207735" cy="482633"/>
            </a:xfrm>
            <a:prstGeom prst="rect">
              <a:avLst/>
            </a:prstGeom>
            <a:noFill/>
          </p:spPr>
          <p:txBody>
            <a:bodyPr wrap="square" lIns="0" rIns="0"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n-ea"/>
                  <a:cs typeface="Segoe UI" panose="020B0502040204020203" pitchFamily="34" charset="0"/>
                </a:rPr>
                <a:t>Included in EMS E3 or  Microsoft 365 E3, ME5, F1, F3, and Business Premium plans</a:t>
              </a:r>
              <a:endParaRPr kumimoji="0" lang="en-US" sz="1200" b="0" i="0" u="none" strike="noStrike" kern="1200" cap="none" spc="0" normalizeH="0" baseline="0" noProof="0" dirty="0">
                <a:ln>
                  <a:noFill/>
                </a:ln>
                <a:solidFill>
                  <a:prstClr val="white"/>
                </a:solidFill>
                <a:effectLst/>
                <a:uLnTx/>
                <a:uFillTx/>
                <a:latin typeface="+mj-lt"/>
                <a:ea typeface="+mn-ea"/>
                <a:cs typeface="Segoe UI" panose="020B0502040204020203" pitchFamily="34" charset="0"/>
              </a:endParaRPr>
            </a:p>
          </p:txBody>
        </p:sp>
        <p:sp>
          <p:nvSpPr>
            <p:cNvPr id="8" name="TextBox 6">
              <a:extLst>
                <a:ext uri="{FF2B5EF4-FFF2-40B4-BE49-F238E27FC236}">
                  <a16:creationId xmlns:a16="http://schemas.microsoft.com/office/drawing/2014/main" id="{464CBF38-0751-B773-21D4-2B74417A7A4A}"/>
                </a:ext>
              </a:extLst>
            </p:cNvPr>
            <p:cNvSpPr txBox="1"/>
            <p:nvPr/>
          </p:nvSpPr>
          <p:spPr>
            <a:xfrm>
              <a:off x="1636664" y="3324581"/>
              <a:ext cx="2813389" cy="1904560"/>
            </a:xfrm>
            <a:prstGeom prst="rect">
              <a:avLst/>
            </a:prstGeom>
            <a:noFill/>
          </p:spPr>
          <p:txBody>
            <a:bodyPr wrap="square" lIns="0" rIns="0" rtlCol="0">
              <a:spAutoFit/>
            </a:bodyPr>
            <a:lstStyle/>
            <a:p>
              <a:pPr marL="182563"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Cross-platform endpoint management</a:t>
              </a:r>
            </a:p>
            <a:p>
              <a:pPr marL="182563"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Endpoint security built in</a:t>
              </a:r>
            </a:p>
            <a:p>
              <a:pPr marL="182563"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Endpoint analytics</a:t>
              </a:r>
            </a:p>
            <a:p>
              <a:pPr marL="182563"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App protection policies</a:t>
              </a:r>
            </a:p>
            <a:p>
              <a:pPr marL="182563"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Shared device management</a:t>
              </a:r>
            </a:p>
            <a:p>
              <a:pPr marL="182563"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Device compliance</a:t>
              </a:r>
            </a:p>
            <a:p>
              <a:pPr marL="182563"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Risk and app based conditional access</a:t>
              </a:r>
            </a:p>
            <a:p>
              <a:pPr marL="182563"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Proactive remediation</a:t>
              </a:r>
            </a:p>
            <a:p>
              <a:pPr marL="182563"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effectLst/>
                  <a:uLnTx/>
                  <a:uFillTx/>
                  <a:latin typeface="Segoe UI" panose="020B0502040204020203" pitchFamily="34" charset="0"/>
                  <a:ea typeface="+mn-ea"/>
                  <a:cs typeface="Segoe UI" panose="020B0502040204020203" pitchFamily="34" charset="0"/>
                </a:rPr>
                <a:t>Integrated Microsoft 365 and security </a:t>
              </a:r>
            </a:p>
          </p:txBody>
        </p:sp>
        <p:sp>
          <p:nvSpPr>
            <p:cNvPr id="9" name="Round Same Side Corner Rectangle 44">
              <a:extLst>
                <a:ext uri="{FF2B5EF4-FFF2-40B4-BE49-F238E27FC236}">
                  <a16:creationId xmlns:a16="http://schemas.microsoft.com/office/drawing/2014/main" id="{31BBF910-272E-1A39-1206-2D0B92CA4544}"/>
                </a:ext>
                <a:ext uri="{C183D7F6-B498-43B3-948B-1728B52AA6E4}">
                  <adec:decorative xmlns:adec="http://schemas.microsoft.com/office/drawing/2017/decorative" val="1"/>
                </a:ext>
              </a:extLst>
            </p:cNvPr>
            <p:cNvSpPr/>
            <p:nvPr/>
          </p:nvSpPr>
          <p:spPr bwMode="auto">
            <a:xfrm>
              <a:off x="6694998" y="1215988"/>
              <a:ext cx="4349361" cy="5301726"/>
            </a:xfrm>
            <a:prstGeom prst="round2SameRect">
              <a:avLst>
                <a:gd name="adj1" fmla="val 7886"/>
                <a:gd name="adj2" fmla="val 9044"/>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cxnSp>
          <p:nvCxnSpPr>
            <p:cNvPr id="10" name="Straight Connector 16">
              <a:extLst>
                <a:ext uri="{FF2B5EF4-FFF2-40B4-BE49-F238E27FC236}">
                  <a16:creationId xmlns:a16="http://schemas.microsoft.com/office/drawing/2014/main" id="{4A6633DF-07E5-35D8-A94C-E779E2AD27F5}"/>
                </a:ext>
                <a:ext uri="{C183D7F6-B498-43B3-948B-1728B52AA6E4}">
                  <adec:decorative xmlns:adec="http://schemas.microsoft.com/office/drawing/2017/decorative" val="1"/>
                </a:ext>
              </a:extLst>
            </p:cNvPr>
            <p:cNvCxnSpPr>
              <a:cxnSpLocks/>
            </p:cNvCxnSpPr>
            <p:nvPr/>
          </p:nvCxnSpPr>
          <p:spPr>
            <a:xfrm>
              <a:off x="7183600" y="1769447"/>
              <a:ext cx="334606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Round Single Corner Rectangle 26">
              <a:extLst>
                <a:ext uri="{FF2B5EF4-FFF2-40B4-BE49-F238E27FC236}">
                  <a16:creationId xmlns:a16="http://schemas.microsoft.com/office/drawing/2014/main" id="{6554F03B-6B86-6CD0-77D5-6E9FE7424ED5}"/>
                </a:ext>
                <a:ext uri="{C183D7F6-B498-43B3-948B-1728B52AA6E4}">
                  <adec:decorative xmlns:adec="http://schemas.microsoft.com/office/drawing/2017/decorative" val="1"/>
                </a:ext>
              </a:extLst>
            </p:cNvPr>
            <p:cNvSpPr/>
            <p:nvPr/>
          </p:nvSpPr>
          <p:spPr bwMode="auto">
            <a:xfrm flipH="1">
              <a:off x="7183593" y="1004282"/>
              <a:ext cx="3346069" cy="338680"/>
            </a:xfrm>
            <a:prstGeom prst="roundRect">
              <a:avLst/>
            </a:prstGeom>
            <a:solidFill>
              <a:srgbClr val="007D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dirty="0">
                  <a:solidFill>
                    <a:srgbClr val="FFFFFF"/>
                  </a:solidFill>
                  <a:latin typeface="+mj-lt"/>
                  <a:ea typeface="Segoe UI" pitchFamily="34" charset="0"/>
                  <a:cs typeface="Segoe UI" pitchFamily="34" charset="0"/>
                </a:rPr>
                <a:t>Intune Suite</a:t>
              </a:r>
            </a:p>
          </p:txBody>
        </p:sp>
        <p:sp>
          <p:nvSpPr>
            <p:cNvPr id="12" name="TextBox 17">
              <a:extLst>
                <a:ext uri="{FF2B5EF4-FFF2-40B4-BE49-F238E27FC236}">
                  <a16:creationId xmlns:a16="http://schemas.microsoft.com/office/drawing/2014/main" id="{C194EAA0-FCEC-A053-D382-326A19E9BB4B}"/>
                </a:ext>
              </a:extLst>
            </p:cNvPr>
            <p:cNvSpPr txBox="1"/>
            <p:nvPr/>
          </p:nvSpPr>
          <p:spPr>
            <a:xfrm>
              <a:off x="7282814" y="1479588"/>
              <a:ext cx="3207735" cy="279500"/>
            </a:xfrm>
            <a:prstGeom prst="rect">
              <a:avLst/>
            </a:prstGeom>
            <a:noFill/>
          </p:spPr>
          <p:txBody>
            <a:bodyPr wrap="square" lIns="0" rIns="0"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1200" dirty="0">
                  <a:solidFill>
                    <a:prstClr val="black"/>
                  </a:solidFill>
                  <a:latin typeface="+mj-lt"/>
                  <a:cs typeface="Segoe UI" panose="020B0502040204020203" pitchFamily="34" charset="0"/>
                </a:rPr>
                <a:t>Add to Plan 1 to utilize these solutions*</a:t>
              </a:r>
            </a:p>
          </p:txBody>
        </p:sp>
        <p:sp>
          <p:nvSpPr>
            <p:cNvPr id="13" name="TextBox 18">
              <a:extLst>
                <a:ext uri="{FF2B5EF4-FFF2-40B4-BE49-F238E27FC236}">
                  <a16:creationId xmlns:a16="http://schemas.microsoft.com/office/drawing/2014/main" id="{6F11C37F-4922-C901-156D-664B0CBD5AF9}"/>
                </a:ext>
              </a:extLst>
            </p:cNvPr>
            <p:cNvSpPr txBox="1"/>
            <p:nvPr/>
          </p:nvSpPr>
          <p:spPr>
            <a:xfrm>
              <a:off x="7282814" y="1842653"/>
              <a:ext cx="2813389" cy="1886094"/>
            </a:xfrm>
            <a:prstGeom prst="rect">
              <a:avLst/>
            </a:prstGeom>
            <a:noFill/>
          </p:spPr>
          <p:txBody>
            <a:bodyPr wrap="square" lIns="0" tIns="45720" rIns="0" bIns="45720" rtlCol="0" anchor="t">
              <a:spAutoFit/>
            </a:bodyPr>
            <a:lstStyle/>
            <a:p>
              <a:pPr marL="182245" indent="-171450">
                <a:lnSpc>
                  <a:spcPct val="110000"/>
                </a:lnSpc>
                <a:buFont typeface="Arial" panose="020B0604020202020204" pitchFamily="34" charset="0"/>
                <a:buChar char="•"/>
                <a:defRPr/>
              </a:pPr>
              <a:r>
                <a:rPr lang="en-US" sz="1200" dirty="0">
                  <a:solidFill>
                    <a:prstClr val="black"/>
                  </a:solidFill>
                  <a:latin typeface="+mj-lt"/>
                  <a:cs typeface="Segoe UI" panose="020B0502040204020203" pitchFamily="34" charset="0"/>
                </a:rPr>
                <a:t>Remote Help </a:t>
              </a:r>
            </a:p>
            <a:p>
              <a:pPr marL="182245" indent="-171450">
                <a:lnSpc>
                  <a:spcPct val="110000"/>
                </a:lnSpc>
                <a:buFont typeface="Arial" panose="020B0604020202020204" pitchFamily="34" charset="0"/>
                <a:buChar char="•"/>
                <a:defRPr/>
              </a:pPr>
              <a:r>
                <a:rPr lang="en-US" sz="1200" dirty="0">
                  <a:solidFill>
                    <a:prstClr val="black"/>
                  </a:solidFill>
                  <a:latin typeface="+mj-lt"/>
                  <a:cs typeface="Segoe UI" panose="020B0502040204020203" pitchFamily="34" charset="0"/>
                </a:rPr>
                <a:t>Endpoint Privilege Management </a:t>
              </a:r>
            </a:p>
            <a:p>
              <a:pPr marL="182245"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j-lt"/>
                  <a:cs typeface="Segoe UI" panose="020B0502040204020203" pitchFamily="34" charset="0"/>
                </a:rPr>
                <a:t>Advanced Analytics</a:t>
              </a:r>
            </a:p>
            <a:p>
              <a:pPr marL="182245"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j-lt"/>
                  <a:cs typeface="Segoe UI" panose="020B0502040204020203" pitchFamily="34" charset="0"/>
                </a:rPr>
                <a:t>Enterprise Application Management</a:t>
              </a:r>
            </a:p>
            <a:p>
              <a:pPr marL="182245"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j-lt"/>
                  <a:cs typeface="Segoe UI" panose="020B0502040204020203" pitchFamily="34" charset="0"/>
                </a:rPr>
                <a:t>Cloud PKI</a:t>
              </a:r>
            </a:p>
            <a:p>
              <a:pPr marL="182245" indent="-171450">
                <a:lnSpc>
                  <a:spcPct val="110000"/>
                </a:lnSpc>
                <a:buFont typeface="Arial" panose="020B0604020202020204" pitchFamily="34" charset="0"/>
                <a:buChar char="•"/>
                <a:defRPr/>
              </a:pPr>
              <a:r>
                <a:rPr lang="en-US" sz="1200" b="1" dirty="0">
                  <a:solidFill>
                    <a:srgbClr val="007DFF"/>
                  </a:solidFill>
                  <a:latin typeface="+mj-lt"/>
                  <a:cs typeface="Segoe UI" panose="020B0502040204020203" pitchFamily="34" charset="0"/>
                </a:rPr>
                <a:t>All Intune Plan 2 features </a:t>
              </a:r>
            </a:p>
            <a:p>
              <a:pPr marL="182245" indent="-171450">
                <a:buFont typeface="Arial" panose="020B0604020202020204" pitchFamily="34" charset="0"/>
                <a:buChar char="•"/>
                <a:defRPr/>
              </a:pPr>
              <a:endParaRPr lang="en-US" sz="1200" dirty="0">
                <a:solidFill>
                  <a:prstClr val="black"/>
                </a:solidFill>
                <a:latin typeface="+mj-lt"/>
                <a:cs typeface="Segoe UI" panose="020B0502040204020203" pitchFamily="34" charset="0"/>
              </a:endParaRPr>
            </a:p>
            <a:p>
              <a:pPr marL="10795" marR="0" lvl="1" indent="0" algn="l" defTabSz="914400" rtl="0" eaLnBrk="1" fontAlgn="auto" latinLnBrk="0" hangingPunct="1">
                <a:lnSpc>
                  <a:spcPct val="110000"/>
                </a:lnSpc>
                <a:spcBef>
                  <a:spcPts val="0"/>
                </a:spcBef>
                <a:spcAft>
                  <a:spcPts val="0"/>
                </a:spcAft>
                <a:buClrTx/>
                <a:buSzTx/>
                <a:buFontTx/>
                <a:buNone/>
                <a:tabLst/>
                <a:defRPr/>
              </a:pPr>
              <a:r>
                <a:rPr lang="en-US" sz="1200" b="1" dirty="0">
                  <a:solidFill>
                    <a:srgbClr val="007DFF"/>
                  </a:solidFill>
                  <a:latin typeface="+mj-lt"/>
                  <a:cs typeface="Segoe UI" panose="020B0502040204020203" pitchFamily="34" charset="0"/>
                </a:rPr>
                <a:t>Prerequisite</a:t>
              </a:r>
            </a:p>
            <a:p>
              <a:pPr marL="182245" marR="0" lvl="1"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j-lt"/>
                  <a:cs typeface="Segoe UI" panose="020B0502040204020203" pitchFamily="34" charset="0"/>
                </a:rPr>
                <a:t>Intune Plan 1</a:t>
              </a:r>
            </a:p>
          </p:txBody>
        </p:sp>
        <p:sp>
          <p:nvSpPr>
            <p:cNvPr id="14" name="Round Same Side Corner Rectangle 44">
              <a:extLst>
                <a:ext uri="{FF2B5EF4-FFF2-40B4-BE49-F238E27FC236}">
                  <a16:creationId xmlns:a16="http://schemas.microsoft.com/office/drawing/2014/main" id="{CE3C70A2-D42C-94BC-89C6-DB0103E66862}"/>
                </a:ext>
                <a:ext uri="{C183D7F6-B498-43B3-948B-1728B52AA6E4}">
                  <adec:decorative xmlns:adec="http://schemas.microsoft.com/office/drawing/2017/decorative" val="1"/>
                </a:ext>
              </a:extLst>
            </p:cNvPr>
            <p:cNvSpPr/>
            <p:nvPr/>
          </p:nvSpPr>
          <p:spPr bwMode="auto">
            <a:xfrm>
              <a:off x="6925855" y="4007527"/>
              <a:ext cx="3843414" cy="2267323"/>
            </a:xfrm>
            <a:prstGeom prst="round2SameRect">
              <a:avLst>
                <a:gd name="adj1" fmla="val 7886"/>
                <a:gd name="adj2" fmla="val 9044"/>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cxnSp>
          <p:nvCxnSpPr>
            <p:cNvPr id="15" name="Straight Connector 21">
              <a:extLst>
                <a:ext uri="{FF2B5EF4-FFF2-40B4-BE49-F238E27FC236}">
                  <a16:creationId xmlns:a16="http://schemas.microsoft.com/office/drawing/2014/main" id="{A1208091-561D-BBA5-9F90-8C2271325840}"/>
                </a:ext>
                <a:ext uri="{C183D7F6-B498-43B3-948B-1728B52AA6E4}">
                  <adec:decorative xmlns:adec="http://schemas.microsoft.com/office/drawing/2017/decorative" val="1"/>
                </a:ext>
              </a:extLst>
            </p:cNvPr>
            <p:cNvCxnSpPr>
              <a:cxnSpLocks/>
            </p:cNvCxnSpPr>
            <p:nvPr/>
          </p:nvCxnSpPr>
          <p:spPr>
            <a:xfrm>
              <a:off x="7183600" y="4575554"/>
              <a:ext cx="3346066"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Round Single Corner Rectangle 26">
              <a:extLst>
                <a:ext uri="{FF2B5EF4-FFF2-40B4-BE49-F238E27FC236}">
                  <a16:creationId xmlns:a16="http://schemas.microsoft.com/office/drawing/2014/main" id="{71FFA721-E46F-4C08-FB6A-CB218EC4E507}"/>
                </a:ext>
                <a:ext uri="{C183D7F6-B498-43B3-948B-1728B52AA6E4}">
                  <adec:decorative xmlns:adec="http://schemas.microsoft.com/office/drawing/2017/decorative" val="1"/>
                </a:ext>
              </a:extLst>
            </p:cNvPr>
            <p:cNvSpPr/>
            <p:nvPr/>
          </p:nvSpPr>
          <p:spPr bwMode="auto">
            <a:xfrm flipH="1">
              <a:off x="7183593" y="3842619"/>
              <a:ext cx="3346069" cy="372548"/>
            </a:xfrm>
            <a:prstGeom prst="roundRect">
              <a:avLst/>
            </a:prstGeom>
            <a:solidFill>
              <a:srgbClr val="007D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dirty="0">
                  <a:solidFill>
                    <a:srgbClr val="FFFFFF"/>
                  </a:solidFill>
                  <a:latin typeface="+mj-lt"/>
                  <a:ea typeface="Segoe UI" pitchFamily="34" charset="0"/>
                  <a:cs typeface="Segoe UI" pitchFamily="34" charset="0"/>
                </a:rPr>
                <a:t>Intune Plan 2</a:t>
              </a:r>
            </a:p>
          </p:txBody>
        </p:sp>
        <p:sp>
          <p:nvSpPr>
            <p:cNvPr id="17" name="TextBox 22">
              <a:extLst>
                <a:ext uri="{FF2B5EF4-FFF2-40B4-BE49-F238E27FC236}">
                  <a16:creationId xmlns:a16="http://schemas.microsoft.com/office/drawing/2014/main" id="{74C6E96C-7A53-019A-305F-91F297D582EF}"/>
                </a:ext>
              </a:extLst>
            </p:cNvPr>
            <p:cNvSpPr txBox="1"/>
            <p:nvPr/>
          </p:nvSpPr>
          <p:spPr>
            <a:xfrm>
              <a:off x="7282814" y="4320884"/>
              <a:ext cx="3207735" cy="307450"/>
            </a:xfrm>
            <a:prstGeom prst="rect">
              <a:avLst/>
            </a:prstGeom>
            <a:noFill/>
          </p:spPr>
          <p:txBody>
            <a:bodyPr wrap="square" lIns="0" rIns="0" rtlCol="0">
              <a:spAutoFit/>
            </a:bodyPr>
            <a:lstStyle/>
            <a:p>
              <a:pPr>
                <a:lnSpc>
                  <a:spcPct val="110000"/>
                </a:lnSpc>
                <a:defRPr/>
              </a:pPr>
              <a:r>
                <a:rPr lang="en-US" sz="1200" dirty="0">
                  <a:solidFill>
                    <a:prstClr val="black"/>
                  </a:solidFill>
                  <a:latin typeface="+mj-lt"/>
                  <a:cs typeface="Segoe UI" panose="020B0502040204020203" pitchFamily="34" charset="0"/>
                </a:rPr>
                <a:t>Add to Plan 1 to utilize these features</a:t>
              </a:r>
            </a:p>
          </p:txBody>
        </p:sp>
        <p:sp>
          <p:nvSpPr>
            <p:cNvPr id="18" name="TextBox 23">
              <a:extLst>
                <a:ext uri="{FF2B5EF4-FFF2-40B4-BE49-F238E27FC236}">
                  <a16:creationId xmlns:a16="http://schemas.microsoft.com/office/drawing/2014/main" id="{FD9E04A5-CE02-5867-DD4A-DCDDA9291B76}"/>
                </a:ext>
              </a:extLst>
            </p:cNvPr>
            <p:cNvSpPr txBox="1"/>
            <p:nvPr/>
          </p:nvSpPr>
          <p:spPr>
            <a:xfrm>
              <a:off x="7282814" y="4624930"/>
              <a:ext cx="2813389" cy="1479829"/>
            </a:xfrm>
            <a:prstGeom prst="rect">
              <a:avLst/>
            </a:prstGeom>
            <a:noFill/>
          </p:spPr>
          <p:txBody>
            <a:bodyPr wrap="square" lIns="0" rIns="0" rtlCol="0">
              <a:spAutoFit/>
            </a:bodyPr>
            <a:lstStyle/>
            <a:p>
              <a:pPr marL="182563"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j-lt"/>
                  <a:cs typeface="Segoe UI" panose="020B0502040204020203" pitchFamily="34" charset="0"/>
                </a:rPr>
                <a:t>Tunnel for Mobile App Management</a:t>
              </a:r>
            </a:p>
            <a:p>
              <a:pPr marL="182563"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j-lt"/>
                  <a:cs typeface="Segoe UI" panose="020B0502040204020203" pitchFamily="34" charset="0"/>
                </a:rPr>
                <a:t>Mobile firmware update management</a:t>
              </a:r>
            </a:p>
            <a:p>
              <a:pPr marL="182563"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j-lt"/>
                  <a:cs typeface="Segoe UI" panose="020B0502040204020203" pitchFamily="34" charset="0"/>
                </a:rPr>
                <a:t>Specialty device management</a:t>
              </a:r>
            </a:p>
            <a:p>
              <a:pPr marL="182563"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j-lt"/>
                  <a:cs typeface="Segoe UI" panose="020B0502040204020203" pitchFamily="34" charset="0"/>
                </a:rPr>
                <a:t>Multiple managed accounts (future)</a:t>
              </a:r>
            </a:p>
            <a:p>
              <a:pPr marL="182563" indent="-171450">
                <a:buFont typeface="Arial" panose="020B0604020202020204" pitchFamily="34" charset="0"/>
                <a:buChar char="•"/>
                <a:defRPr/>
              </a:pPr>
              <a:endParaRPr lang="en-US" sz="1200" dirty="0">
                <a:solidFill>
                  <a:prstClr val="black"/>
                </a:solidFill>
                <a:latin typeface="+mj-lt"/>
                <a:cs typeface="Segoe UI" panose="020B0502040204020203" pitchFamily="34" charset="0"/>
              </a:endParaRPr>
            </a:p>
            <a:p>
              <a:pPr marL="11113" marR="0" lvl="1" indent="0" algn="l" defTabSz="914400" rtl="0" eaLnBrk="1" fontAlgn="auto" latinLnBrk="0" hangingPunct="1">
                <a:lnSpc>
                  <a:spcPct val="110000"/>
                </a:lnSpc>
                <a:spcBef>
                  <a:spcPts val="0"/>
                </a:spcBef>
                <a:spcAft>
                  <a:spcPts val="0"/>
                </a:spcAft>
                <a:buClrTx/>
                <a:buSzTx/>
                <a:buFontTx/>
                <a:buNone/>
                <a:tabLst/>
                <a:defRPr/>
              </a:pPr>
              <a:r>
                <a:rPr lang="en-US" sz="1200" b="1" dirty="0">
                  <a:solidFill>
                    <a:srgbClr val="007DFF"/>
                  </a:solidFill>
                  <a:latin typeface="+mj-lt"/>
                  <a:cs typeface="Segoe UI" panose="020B0502040204020203" pitchFamily="34" charset="0"/>
                </a:rPr>
                <a:t>Prerequisite</a:t>
              </a:r>
            </a:p>
            <a:p>
              <a:pPr marL="182563" marR="0" lvl="1"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j-lt"/>
                  <a:cs typeface="Segoe UI" panose="020B0502040204020203" pitchFamily="34" charset="0"/>
                </a:rPr>
                <a:t>Intune Plan 1</a:t>
              </a:r>
            </a:p>
          </p:txBody>
        </p:sp>
        <p:pic>
          <p:nvPicPr>
            <p:cNvPr id="22" name="Picture 28">
              <a:extLst>
                <a:ext uri="{FF2B5EF4-FFF2-40B4-BE49-F238E27FC236}">
                  <a16:creationId xmlns:a16="http://schemas.microsoft.com/office/drawing/2014/main" id="{2A236F05-69C4-7774-633D-84FB264C29C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733146" y="3543007"/>
              <a:ext cx="558800" cy="558800"/>
            </a:xfrm>
            <a:prstGeom prst="rect">
              <a:avLst/>
            </a:prstGeom>
          </p:spPr>
        </p:pic>
        <p:sp>
          <p:nvSpPr>
            <p:cNvPr id="23" name="Rechthoek 22">
              <a:extLst>
                <a:ext uri="{FF2B5EF4-FFF2-40B4-BE49-F238E27FC236}">
                  <a16:creationId xmlns:a16="http://schemas.microsoft.com/office/drawing/2014/main" id="{1C22C38E-9827-1F1B-55DA-1FFACD9C84B2}"/>
                </a:ext>
              </a:extLst>
            </p:cNvPr>
            <p:cNvSpPr/>
            <p:nvPr/>
          </p:nvSpPr>
          <p:spPr>
            <a:xfrm>
              <a:off x="7221029" y="2071737"/>
              <a:ext cx="2254591" cy="2241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spTree>
    <p:extLst>
      <p:ext uri="{BB962C8B-B14F-4D97-AF65-F5344CB8AC3E}">
        <p14:creationId xmlns:p14="http://schemas.microsoft.com/office/powerpoint/2010/main" val="3100782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60B31A0-40BE-4836-D8D8-A6AEBAE7FC07}"/>
              </a:ext>
            </a:extLst>
          </p:cNvPr>
          <p:cNvSpPr>
            <a:spLocks noGrp="1"/>
          </p:cNvSpPr>
          <p:nvPr>
            <p:ph type="title"/>
          </p:nvPr>
        </p:nvSpPr>
        <p:spPr>
          <a:xfrm>
            <a:off x="838200" y="365125"/>
            <a:ext cx="10515600" cy="1325563"/>
          </a:xfrm>
        </p:spPr>
        <p:txBody>
          <a:bodyPr anchor="ctr">
            <a:normAutofit/>
          </a:bodyPr>
          <a:lstStyle/>
          <a:p>
            <a:r>
              <a:rPr lang="en-US" dirty="0"/>
              <a:t>What is the problem?</a:t>
            </a:r>
            <a:endParaRPr lang="LID4096" dirty="0"/>
          </a:p>
        </p:txBody>
      </p:sp>
      <p:sp>
        <p:nvSpPr>
          <p:cNvPr id="2055" name="Content Placeholder 2">
            <a:extLst>
              <a:ext uri="{FF2B5EF4-FFF2-40B4-BE49-F238E27FC236}">
                <a16:creationId xmlns:a16="http://schemas.microsoft.com/office/drawing/2014/main" id="{44234104-1608-A9E8-BED7-F19562920E62}"/>
              </a:ext>
            </a:extLst>
          </p:cNvPr>
          <p:cNvSpPr>
            <a:spLocks noGrp="1"/>
          </p:cNvSpPr>
          <p:nvPr>
            <p:ph sz="half" idx="1"/>
          </p:nvPr>
        </p:nvSpPr>
        <p:spPr>
          <a:xfrm>
            <a:off x="838200" y="1825625"/>
            <a:ext cx="5181600" cy="4351338"/>
          </a:xfrm>
        </p:spPr>
        <p:txBody>
          <a:bodyPr>
            <a:normAutofit/>
          </a:bodyPr>
          <a:lstStyle/>
          <a:p>
            <a:pPr marL="0" indent="0">
              <a:buNone/>
            </a:pPr>
            <a:r>
              <a:rPr lang="en-US" sz="2400" b="1" dirty="0"/>
              <a:t>Running as a standard user reduces the attack surface…</a:t>
            </a:r>
          </a:p>
          <a:p>
            <a:pPr lvl="1"/>
            <a:r>
              <a:rPr lang="en-US" sz="2000" dirty="0"/>
              <a:t>Zero Trust Framework</a:t>
            </a:r>
          </a:p>
          <a:p>
            <a:pPr lvl="2"/>
            <a:r>
              <a:rPr lang="en-US" sz="1600" dirty="0"/>
              <a:t>Least Privilege Access</a:t>
            </a:r>
          </a:p>
          <a:p>
            <a:pPr marL="457200" lvl="1" indent="0">
              <a:buNone/>
            </a:pPr>
            <a:endParaRPr lang="en-US" sz="2000" dirty="0"/>
          </a:p>
          <a:p>
            <a:pPr marL="0" indent="0">
              <a:buNone/>
            </a:pPr>
            <a:r>
              <a:rPr lang="en-US" sz="2400" b="1" dirty="0"/>
              <a:t>Impact on user productivity…</a:t>
            </a:r>
            <a:endParaRPr lang="en-US" sz="2000" b="1" dirty="0"/>
          </a:p>
          <a:p>
            <a:pPr lvl="1"/>
            <a:r>
              <a:rPr lang="en-US" sz="2000" dirty="0"/>
              <a:t>Standard users can’t do everything</a:t>
            </a:r>
          </a:p>
        </p:txBody>
      </p:sp>
      <p:pic>
        <p:nvPicPr>
          <p:cNvPr id="2050" name="Picture 2" descr="in the style of wpninjasuk, create an image depicting the humorous concept of taking candy">
            <a:extLst>
              <a:ext uri="{FF2B5EF4-FFF2-40B4-BE49-F238E27FC236}">
                <a16:creationId xmlns:a16="http://schemas.microsoft.com/office/drawing/2014/main" id="{439661BF-DEC1-2E8E-88AA-2290B4FB80C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87331" y="1825625"/>
            <a:ext cx="4351338" cy="4351338"/>
          </a:xfrm>
          <a:prstGeom prst="rect">
            <a:avLst/>
          </a:prstGeom>
          <a:solidFill>
            <a:srgbClr val="FFFFFF"/>
          </a:solidFill>
        </p:spPr>
      </p:pic>
      <p:sp>
        <p:nvSpPr>
          <p:cNvPr id="2" name="Tijdelijke aanduiding voor dianummer 1">
            <a:extLst>
              <a:ext uri="{FF2B5EF4-FFF2-40B4-BE49-F238E27FC236}">
                <a16:creationId xmlns:a16="http://schemas.microsoft.com/office/drawing/2014/main" id="{CF8091C2-F6D7-4100-5399-E9DFDC649CFF}"/>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6</a:t>
            </a:fld>
            <a:endParaRPr lang="en-GB"/>
          </a:p>
        </p:txBody>
      </p:sp>
    </p:spTree>
    <p:extLst>
      <p:ext uri="{BB962C8B-B14F-4D97-AF65-F5344CB8AC3E}">
        <p14:creationId xmlns:p14="http://schemas.microsoft.com/office/powerpoint/2010/main" val="4064416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9C4A21-9C64-2B3F-1B88-6A622E70C23F}"/>
              </a:ext>
            </a:extLst>
          </p:cNvPr>
          <p:cNvSpPr>
            <a:spLocks noGrp="1"/>
          </p:cNvSpPr>
          <p:nvPr>
            <p:ph type="title"/>
          </p:nvPr>
        </p:nvSpPr>
        <p:spPr>
          <a:xfrm>
            <a:off x="838200" y="365125"/>
            <a:ext cx="10515600" cy="1325563"/>
          </a:xfrm>
        </p:spPr>
        <p:txBody>
          <a:bodyPr/>
          <a:lstStyle/>
          <a:p>
            <a:r>
              <a:rPr lang="en-US" dirty="0"/>
              <a:t>How does it work?</a:t>
            </a:r>
            <a:endParaRPr lang="LID4096" dirty="0"/>
          </a:p>
        </p:txBody>
      </p:sp>
      <p:pic>
        <p:nvPicPr>
          <p:cNvPr id="9" name="Tijdelijke aanduiding voor inhoud 8" descr="Afbeelding met tekst, schermopname, diagram, cirkel&#10;&#10;Door AI gegenereerde inhoud is mogelijk onjuist.">
            <a:extLst>
              <a:ext uri="{FF2B5EF4-FFF2-40B4-BE49-F238E27FC236}">
                <a16:creationId xmlns:a16="http://schemas.microsoft.com/office/drawing/2014/main" id="{D333AF42-670C-A0D5-9068-15018583A4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4855" y="1825625"/>
            <a:ext cx="6642290" cy="4351338"/>
          </a:xfrm>
        </p:spPr>
      </p:pic>
      <p:sp>
        <p:nvSpPr>
          <p:cNvPr id="4" name="Tijdelijke aanduiding voor dianummer 3">
            <a:extLst>
              <a:ext uri="{FF2B5EF4-FFF2-40B4-BE49-F238E27FC236}">
                <a16:creationId xmlns:a16="http://schemas.microsoft.com/office/drawing/2014/main" id="{92EF4638-AB75-BD15-D224-185F3A5EF1A1}"/>
              </a:ext>
            </a:extLst>
          </p:cNvPr>
          <p:cNvSpPr>
            <a:spLocks noGrp="1"/>
          </p:cNvSpPr>
          <p:nvPr>
            <p:ph type="sldNum" sz="quarter" idx="4"/>
          </p:nvPr>
        </p:nvSpPr>
        <p:spPr>
          <a:xfrm>
            <a:off x="9136811" y="6261594"/>
            <a:ext cx="2743200" cy="365125"/>
          </a:xfrm>
        </p:spPr>
        <p:txBody>
          <a:bodyPr/>
          <a:lstStyle/>
          <a:p>
            <a:fld id="{9F621982-67CF-4DE6-9B69-E7E59DF16CFA}" type="slidenum">
              <a:rPr lang="en-GB" smtClean="0"/>
              <a:pPr/>
              <a:t>7</a:t>
            </a:fld>
            <a:endParaRPr lang="en-GB" dirty="0"/>
          </a:p>
        </p:txBody>
      </p:sp>
      <p:sp>
        <p:nvSpPr>
          <p:cNvPr id="13" name="Tekstvak 12">
            <a:extLst>
              <a:ext uri="{FF2B5EF4-FFF2-40B4-BE49-F238E27FC236}">
                <a16:creationId xmlns:a16="http://schemas.microsoft.com/office/drawing/2014/main" id="{9B1F039D-F2F4-1295-C4CD-4A8EF347D83E}"/>
              </a:ext>
            </a:extLst>
          </p:cNvPr>
          <p:cNvSpPr txBox="1"/>
          <p:nvPr/>
        </p:nvSpPr>
        <p:spPr>
          <a:xfrm>
            <a:off x="838200" y="6256893"/>
            <a:ext cx="10515600" cy="276999"/>
          </a:xfrm>
          <a:prstGeom prst="rect">
            <a:avLst/>
          </a:prstGeom>
          <a:noFill/>
        </p:spPr>
        <p:txBody>
          <a:bodyPr wrap="square" rtlCol="0">
            <a:spAutoFit/>
          </a:bodyPr>
          <a:lstStyle/>
          <a:p>
            <a:pPr algn="ctr"/>
            <a:r>
              <a:rPr lang="en-US" sz="1200" dirty="0"/>
              <a:t>Source: Ooms, R. (2023, May 31). The Virtual Account that rocks the EPM! Call4Cloud from https://call4cloud.nl/virtual-account-epm-elevation/</a:t>
            </a:r>
            <a:endParaRPr lang="LID4096" sz="1200" dirty="0"/>
          </a:p>
        </p:txBody>
      </p:sp>
    </p:spTree>
    <p:extLst>
      <p:ext uri="{BB962C8B-B14F-4D97-AF65-F5344CB8AC3E}">
        <p14:creationId xmlns:p14="http://schemas.microsoft.com/office/powerpoint/2010/main" val="4178915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23691-6249-F39E-A9CA-449E424E90BE}"/>
              </a:ext>
            </a:extLst>
          </p:cNvPr>
          <p:cNvSpPr>
            <a:spLocks noGrp="1"/>
          </p:cNvSpPr>
          <p:nvPr>
            <p:ph type="ctrTitle"/>
          </p:nvPr>
        </p:nvSpPr>
        <p:spPr/>
        <p:txBody>
          <a:bodyPr/>
          <a:lstStyle/>
          <a:p>
            <a:r>
              <a:rPr lang="en-US" dirty="0"/>
              <a:t>A short introduction of App Control for Business</a:t>
            </a:r>
            <a:endParaRPr lang="en-BE" dirty="0"/>
          </a:p>
        </p:txBody>
      </p:sp>
      <p:sp>
        <p:nvSpPr>
          <p:cNvPr id="5" name="Text Placeholder 4">
            <a:extLst>
              <a:ext uri="{FF2B5EF4-FFF2-40B4-BE49-F238E27FC236}">
                <a16:creationId xmlns:a16="http://schemas.microsoft.com/office/drawing/2014/main" id="{6CB148AB-F03A-AF4E-95A8-7F81F6390FC9}"/>
              </a:ext>
            </a:extLst>
          </p:cNvPr>
          <p:cNvSpPr>
            <a:spLocks noGrp="1"/>
          </p:cNvSpPr>
          <p:nvPr>
            <p:ph type="body" sz="quarter" idx="12"/>
          </p:nvPr>
        </p:nvSpPr>
        <p:spPr/>
        <p:txBody>
          <a:bodyPr/>
          <a:lstStyle/>
          <a:p>
            <a:endParaRPr lang="en-BE"/>
          </a:p>
        </p:txBody>
      </p:sp>
      <p:sp>
        <p:nvSpPr>
          <p:cNvPr id="6" name="Text Placeholder 5">
            <a:extLst>
              <a:ext uri="{FF2B5EF4-FFF2-40B4-BE49-F238E27FC236}">
                <a16:creationId xmlns:a16="http://schemas.microsoft.com/office/drawing/2014/main" id="{49EA54CC-B1A1-12D9-200D-13C57440C53C}"/>
              </a:ext>
            </a:extLst>
          </p:cNvPr>
          <p:cNvSpPr>
            <a:spLocks noGrp="1"/>
          </p:cNvSpPr>
          <p:nvPr>
            <p:ph type="body" sz="quarter" idx="13"/>
          </p:nvPr>
        </p:nvSpPr>
        <p:spPr/>
        <p:txBody>
          <a:bodyPr/>
          <a:lstStyle/>
          <a:p>
            <a:endParaRPr lang="en-BE"/>
          </a:p>
        </p:txBody>
      </p:sp>
      <p:sp>
        <p:nvSpPr>
          <p:cNvPr id="4" name="Slide Number Placeholder 3">
            <a:extLst>
              <a:ext uri="{FF2B5EF4-FFF2-40B4-BE49-F238E27FC236}">
                <a16:creationId xmlns:a16="http://schemas.microsoft.com/office/drawing/2014/main" id="{E4859478-2D61-7426-B31B-3BF5CDE07727}"/>
              </a:ext>
            </a:extLst>
          </p:cNvPr>
          <p:cNvSpPr>
            <a:spLocks noGrp="1"/>
          </p:cNvSpPr>
          <p:nvPr>
            <p:ph type="sldNum" sz="quarter" idx="16"/>
          </p:nvPr>
        </p:nvSpPr>
        <p:spPr/>
        <p:txBody>
          <a:bodyPr/>
          <a:lstStyle/>
          <a:p>
            <a:fld id="{9F621982-67CF-4DE6-9B69-E7E59DF16CFA}" type="slidenum">
              <a:rPr lang="en-GB" smtClean="0"/>
              <a:pPr/>
              <a:t>8</a:t>
            </a:fld>
            <a:endParaRPr lang="en-GB" dirty="0"/>
          </a:p>
        </p:txBody>
      </p:sp>
    </p:spTree>
    <p:extLst>
      <p:ext uri="{BB962C8B-B14F-4D97-AF65-F5344CB8AC3E}">
        <p14:creationId xmlns:p14="http://schemas.microsoft.com/office/powerpoint/2010/main" val="4117276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743A8-E438-A8DC-4744-AA2FD58BC918}"/>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1068B52B-463C-CC25-BF2B-9DB7FF41A6AA}"/>
              </a:ext>
            </a:extLst>
          </p:cNvPr>
          <p:cNvSpPr>
            <a:spLocks noGrp="1"/>
          </p:cNvSpPr>
          <p:nvPr>
            <p:ph type="title"/>
          </p:nvPr>
        </p:nvSpPr>
        <p:spPr>
          <a:xfrm>
            <a:off x="838200" y="365125"/>
            <a:ext cx="10515600" cy="1325563"/>
          </a:xfrm>
        </p:spPr>
        <p:txBody>
          <a:bodyPr anchor="ctr">
            <a:normAutofit/>
          </a:bodyPr>
          <a:lstStyle/>
          <a:p>
            <a:r>
              <a:rPr lang="en-US" dirty="0"/>
              <a:t>What is App Control for Business?</a:t>
            </a:r>
            <a:endParaRPr lang="LID4096" dirty="0"/>
          </a:p>
        </p:txBody>
      </p:sp>
      <p:sp>
        <p:nvSpPr>
          <p:cNvPr id="2" name="Tijdelijke aanduiding voor dianummer 1">
            <a:extLst>
              <a:ext uri="{FF2B5EF4-FFF2-40B4-BE49-F238E27FC236}">
                <a16:creationId xmlns:a16="http://schemas.microsoft.com/office/drawing/2014/main" id="{37E5B7E6-9F3B-7BAA-BED4-B79A00F1FEA0}"/>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9</a:t>
            </a:fld>
            <a:endParaRPr lang="en-GB"/>
          </a:p>
        </p:txBody>
      </p:sp>
      <p:graphicFrame>
        <p:nvGraphicFramePr>
          <p:cNvPr id="2057" name="Content Placeholder 2">
            <a:extLst>
              <a:ext uri="{FF2B5EF4-FFF2-40B4-BE49-F238E27FC236}">
                <a16:creationId xmlns:a16="http://schemas.microsoft.com/office/drawing/2014/main" id="{E20546CD-95BD-DFCC-6542-1F39D814B088}"/>
              </a:ext>
            </a:extLst>
          </p:cNvPr>
          <p:cNvGraphicFramePr>
            <a:graphicFrameLocks noGrp="1"/>
          </p:cNvGraphicFramePr>
          <p:nvPr>
            <p:ph idx="1"/>
            <p:extLst>
              <p:ext uri="{D42A27DB-BD31-4B8C-83A1-F6EECF244321}">
                <p14:modId xmlns:p14="http://schemas.microsoft.com/office/powerpoint/2010/main" val="203932738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75456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145BD-B8AA-E593-2701-1EEE41D89850}"/>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CDDF7D85-644C-9816-6376-101C8A53972B}"/>
              </a:ext>
            </a:extLst>
          </p:cNvPr>
          <p:cNvSpPr>
            <a:spLocks noGrp="1"/>
          </p:cNvSpPr>
          <p:nvPr>
            <p:ph type="title"/>
          </p:nvPr>
        </p:nvSpPr>
        <p:spPr>
          <a:xfrm>
            <a:off x="838200" y="365125"/>
            <a:ext cx="10515600" cy="1325563"/>
          </a:xfrm>
        </p:spPr>
        <p:txBody>
          <a:bodyPr anchor="ctr">
            <a:normAutofit/>
          </a:bodyPr>
          <a:lstStyle/>
          <a:p>
            <a:r>
              <a:rPr lang="en-US" dirty="0"/>
              <a:t>Overview of App Control for Business</a:t>
            </a:r>
            <a:endParaRPr lang="LID4096" dirty="0"/>
          </a:p>
        </p:txBody>
      </p:sp>
      <p:sp>
        <p:nvSpPr>
          <p:cNvPr id="2" name="Tijdelijke aanduiding voor dianummer 1">
            <a:extLst>
              <a:ext uri="{FF2B5EF4-FFF2-40B4-BE49-F238E27FC236}">
                <a16:creationId xmlns:a16="http://schemas.microsoft.com/office/drawing/2014/main" id="{A3710E29-C4F6-F237-7318-B7F0050A5A35}"/>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10</a:t>
            </a:fld>
            <a:endParaRPr lang="en-GB"/>
          </a:p>
        </p:txBody>
      </p:sp>
      <p:graphicFrame>
        <p:nvGraphicFramePr>
          <p:cNvPr id="2057" name="Content Placeholder 2">
            <a:extLst>
              <a:ext uri="{FF2B5EF4-FFF2-40B4-BE49-F238E27FC236}">
                <a16:creationId xmlns:a16="http://schemas.microsoft.com/office/drawing/2014/main" id="{DFA83FC3-831B-4674-C943-D189843911B3}"/>
              </a:ext>
            </a:extLst>
          </p:cNvPr>
          <p:cNvGraphicFramePr>
            <a:graphicFrameLocks noGrp="1"/>
          </p:cNvGraphicFramePr>
          <p:nvPr>
            <p:ph idx="1"/>
            <p:extLst>
              <p:ext uri="{D42A27DB-BD31-4B8C-83A1-F6EECF244321}">
                <p14:modId xmlns:p14="http://schemas.microsoft.com/office/powerpoint/2010/main" val="268754640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17503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Content Placeholder 18" descr="User with solid fill">
            <a:extLst>
              <a:ext uri="{FF2B5EF4-FFF2-40B4-BE49-F238E27FC236}">
                <a16:creationId xmlns:a16="http://schemas.microsoft.com/office/drawing/2014/main" id="{FD624533-EF36-C9C7-55DE-9734D60F6D17}"/>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5638800" y="5347194"/>
            <a:ext cx="914400" cy="914400"/>
          </a:xfrm>
        </p:spPr>
      </p:pic>
      <p:sp>
        <p:nvSpPr>
          <p:cNvPr id="9" name="Title 8">
            <a:extLst>
              <a:ext uri="{FF2B5EF4-FFF2-40B4-BE49-F238E27FC236}">
                <a16:creationId xmlns:a16="http://schemas.microsoft.com/office/drawing/2014/main" id="{12795090-F73F-CD87-9FA4-EBCB39F46A54}"/>
              </a:ext>
            </a:extLst>
          </p:cNvPr>
          <p:cNvSpPr>
            <a:spLocks noGrp="1"/>
          </p:cNvSpPr>
          <p:nvPr>
            <p:ph type="title"/>
          </p:nvPr>
        </p:nvSpPr>
        <p:spPr/>
        <p:txBody>
          <a:bodyPr/>
          <a:lstStyle/>
          <a:p>
            <a:r>
              <a:rPr lang="en-US" dirty="0"/>
              <a:t>How does it work? </a:t>
            </a:r>
            <a:endParaRPr lang="en-BE" dirty="0"/>
          </a:p>
        </p:txBody>
      </p:sp>
      <p:sp>
        <p:nvSpPr>
          <p:cNvPr id="2" name="Slide Number Placeholder 1">
            <a:extLst>
              <a:ext uri="{FF2B5EF4-FFF2-40B4-BE49-F238E27FC236}">
                <a16:creationId xmlns:a16="http://schemas.microsoft.com/office/drawing/2014/main" id="{8F91EF63-769C-BB12-4B78-1A31CFE74502}"/>
              </a:ext>
            </a:extLst>
          </p:cNvPr>
          <p:cNvSpPr>
            <a:spLocks noGrp="1"/>
          </p:cNvSpPr>
          <p:nvPr>
            <p:ph type="sldNum" sz="quarter" idx="4"/>
          </p:nvPr>
        </p:nvSpPr>
        <p:spPr/>
        <p:txBody>
          <a:bodyPr/>
          <a:lstStyle/>
          <a:p>
            <a:fld id="{9F621982-67CF-4DE6-9B69-E7E59DF16CFA}" type="slidenum">
              <a:rPr lang="en-GB" smtClean="0"/>
              <a:pPr/>
              <a:t>11</a:t>
            </a:fld>
            <a:endParaRPr lang="en-GB"/>
          </a:p>
        </p:txBody>
      </p:sp>
      <p:pic>
        <p:nvPicPr>
          <p:cNvPr id="16" name="Graphic 15" descr="Office worker male with solid fill">
            <a:extLst>
              <a:ext uri="{FF2B5EF4-FFF2-40B4-BE49-F238E27FC236}">
                <a16:creationId xmlns:a16="http://schemas.microsoft.com/office/drawing/2014/main" id="{8285D5DD-2E41-6E53-4DE1-B68374AD829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58950" y="2514600"/>
            <a:ext cx="914400" cy="914400"/>
          </a:xfrm>
          <a:prstGeom prst="rect">
            <a:avLst/>
          </a:prstGeom>
        </p:spPr>
      </p:pic>
      <p:pic>
        <p:nvPicPr>
          <p:cNvPr id="17" name="Graphic 16" descr="Call center with solid fill">
            <a:extLst>
              <a:ext uri="{FF2B5EF4-FFF2-40B4-BE49-F238E27FC236}">
                <a16:creationId xmlns:a16="http://schemas.microsoft.com/office/drawing/2014/main" id="{CD35D374-D7A9-4694-BC29-16D300AB8FAA}"/>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594011" y="2514600"/>
            <a:ext cx="914400" cy="914400"/>
          </a:xfrm>
          <a:prstGeom prst="rect">
            <a:avLst/>
          </a:prstGeom>
        </p:spPr>
      </p:pic>
      <p:cxnSp>
        <p:nvCxnSpPr>
          <p:cNvPr id="21" name="Straight Arrow Connector 20">
            <a:extLst>
              <a:ext uri="{FF2B5EF4-FFF2-40B4-BE49-F238E27FC236}">
                <a16:creationId xmlns:a16="http://schemas.microsoft.com/office/drawing/2014/main" id="{59BB3BDF-302F-9505-FF30-E6EA43CEF2A6}"/>
              </a:ext>
            </a:extLst>
          </p:cNvPr>
          <p:cNvCxnSpPr/>
          <p:nvPr/>
        </p:nvCxnSpPr>
        <p:spPr>
          <a:xfrm>
            <a:off x="3740150" y="3048000"/>
            <a:ext cx="4819650"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9E986FE-906E-88CA-FE0B-251764E1BC9C}"/>
              </a:ext>
            </a:extLst>
          </p:cNvPr>
          <p:cNvCxnSpPr/>
          <p:nvPr/>
        </p:nvCxnSpPr>
        <p:spPr>
          <a:xfrm flipH="1">
            <a:off x="6737350" y="3581400"/>
            <a:ext cx="2876550" cy="200660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7FCA02AB-1E81-DEB6-6C42-E008EB1C852D}"/>
              </a:ext>
            </a:extLst>
          </p:cNvPr>
          <p:cNvCxnSpPr>
            <a:cxnSpLocks/>
          </p:cNvCxnSpPr>
          <p:nvPr/>
        </p:nvCxnSpPr>
        <p:spPr>
          <a:xfrm>
            <a:off x="2578100" y="3575296"/>
            <a:ext cx="2876550" cy="200660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82A266E1-3A03-C508-F9FD-FF01C5909B38}"/>
              </a:ext>
            </a:extLst>
          </p:cNvPr>
          <p:cNvSpPr txBox="1"/>
          <p:nvPr/>
        </p:nvSpPr>
        <p:spPr>
          <a:xfrm>
            <a:off x="5395199" y="2532370"/>
            <a:ext cx="1401602" cy="369332"/>
          </a:xfrm>
          <a:prstGeom prst="rect">
            <a:avLst/>
          </a:prstGeom>
          <a:noFill/>
        </p:spPr>
        <p:txBody>
          <a:bodyPr wrap="none" rtlCol="0">
            <a:spAutoFit/>
          </a:bodyPr>
          <a:lstStyle/>
          <a:p>
            <a:r>
              <a:rPr lang="en-US" dirty="0">
                <a:solidFill>
                  <a:schemeClr val="bg1"/>
                </a:solidFill>
              </a:rPr>
              <a:t>Service Side</a:t>
            </a:r>
            <a:endParaRPr lang="en-BE" dirty="0">
              <a:solidFill>
                <a:schemeClr val="bg1"/>
              </a:solidFill>
            </a:endParaRPr>
          </a:p>
        </p:txBody>
      </p:sp>
      <p:sp>
        <p:nvSpPr>
          <p:cNvPr id="30" name="TextBox 29">
            <a:extLst>
              <a:ext uri="{FF2B5EF4-FFF2-40B4-BE49-F238E27FC236}">
                <a16:creationId xmlns:a16="http://schemas.microsoft.com/office/drawing/2014/main" id="{1BC18FE6-3CCD-2742-0AFE-A5201CAF654A}"/>
              </a:ext>
            </a:extLst>
          </p:cNvPr>
          <p:cNvSpPr txBox="1"/>
          <p:nvPr/>
        </p:nvSpPr>
        <p:spPr>
          <a:xfrm>
            <a:off x="5517430" y="6123543"/>
            <a:ext cx="1265090" cy="369332"/>
          </a:xfrm>
          <a:prstGeom prst="rect">
            <a:avLst/>
          </a:prstGeom>
          <a:noFill/>
        </p:spPr>
        <p:txBody>
          <a:bodyPr wrap="none" rtlCol="0">
            <a:spAutoFit/>
          </a:bodyPr>
          <a:lstStyle/>
          <a:p>
            <a:r>
              <a:rPr lang="en-US" dirty="0">
                <a:solidFill>
                  <a:schemeClr val="bg1"/>
                </a:solidFill>
              </a:rPr>
              <a:t>Client Side</a:t>
            </a:r>
            <a:endParaRPr lang="en-BE" dirty="0">
              <a:solidFill>
                <a:schemeClr val="bg1"/>
              </a:solidFill>
            </a:endParaRPr>
          </a:p>
        </p:txBody>
      </p:sp>
      <p:sp>
        <p:nvSpPr>
          <p:cNvPr id="31" name="TextBox 30">
            <a:extLst>
              <a:ext uri="{FF2B5EF4-FFF2-40B4-BE49-F238E27FC236}">
                <a16:creationId xmlns:a16="http://schemas.microsoft.com/office/drawing/2014/main" id="{16E481B3-3D20-8844-2533-AA4FC49F6232}"/>
              </a:ext>
            </a:extLst>
          </p:cNvPr>
          <p:cNvSpPr txBox="1"/>
          <p:nvPr/>
        </p:nvSpPr>
        <p:spPr>
          <a:xfrm>
            <a:off x="1607790" y="1419514"/>
            <a:ext cx="3210883" cy="743091"/>
          </a:xfrm>
          <a:prstGeom prst="rect">
            <a:avLst/>
          </a:prstGeom>
          <a:noFill/>
        </p:spPr>
        <p:txBody>
          <a:bodyPr wrap="square" rtlCol="0">
            <a:spAutoFit/>
          </a:bodyPr>
          <a:lstStyle/>
          <a:p>
            <a:r>
              <a:rPr lang="en-US" sz="1400" dirty="0">
                <a:solidFill>
                  <a:schemeClr val="bg1"/>
                </a:solidFill>
                <a:latin typeface="+mj-lt"/>
                <a:cs typeface="Segoe UI Semilight" panose="020B0402040204020203" pitchFamily="34" charset="0"/>
              </a:rPr>
              <a:t>IT admin </a:t>
            </a:r>
            <a:r>
              <a:rPr lang="en-US" sz="1400" b="1" dirty="0">
                <a:solidFill>
                  <a:schemeClr val="bg1"/>
                </a:solidFill>
                <a:latin typeface="+mj-lt"/>
                <a:cs typeface="Segoe UI Semilight" panose="020B0402040204020203" pitchFamily="34" charset="0"/>
              </a:rPr>
              <a:t>creates</a:t>
            </a:r>
            <a:r>
              <a:rPr lang="en-US" sz="1400" dirty="0">
                <a:solidFill>
                  <a:schemeClr val="bg1"/>
                </a:solidFill>
                <a:latin typeface="+mj-lt"/>
                <a:cs typeface="Segoe UI Semilight" panose="020B0402040204020203" pitchFamily="34" charset="0"/>
              </a:rPr>
              <a:t> Managed Installer policy to add </a:t>
            </a:r>
            <a:r>
              <a:rPr lang="en-US" sz="1400" b="1" dirty="0">
                <a:solidFill>
                  <a:schemeClr val="bg1"/>
                </a:solidFill>
                <a:latin typeface="+mj-lt"/>
                <a:cs typeface="Segoe UI Semilight" panose="020B0402040204020203" pitchFamily="34" charset="0"/>
              </a:rPr>
              <a:t>Intune Management Extension  as Managed Installer for tenant wide </a:t>
            </a:r>
          </a:p>
        </p:txBody>
      </p:sp>
      <p:sp>
        <p:nvSpPr>
          <p:cNvPr id="32" name="TextBox 31">
            <a:extLst>
              <a:ext uri="{FF2B5EF4-FFF2-40B4-BE49-F238E27FC236}">
                <a16:creationId xmlns:a16="http://schemas.microsoft.com/office/drawing/2014/main" id="{7B9E4AC3-FCF5-255B-BA37-C05840E16057}"/>
              </a:ext>
            </a:extLst>
          </p:cNvPr>
          <p:cNvSpPr txBox="1"/>
          <p:nvPr/>
        </p:nvSpPr>
        <p:spPr>
          <a:xfrm>
            <a:off x="10433050" y="2100590"/>
            <a:ext cx="1475149" cy="523220"/>
          </a:xfrm>
          <a:prstGeom prst="rect">
            <a:avLst/>
          </a:prstGeom>
          <a:noFill/>
        </p:spPr>
        <p:txBody>
          <a:bodyPr wrap="square" rtlCol="0">
            <a:spAutoFit/>
          </a:bodyPr>
          <a:lstStyle/>
          <a:p>
            <a:r>
              <a:rPr lang="en-US" sz="1400" dirty="0">
                <a:solidFill>
                  <a:schemeClr val="bg1"/>
                </a:solidFill>
                <a:latin typeface="+mj-lt"/>
                <a:cs typeface="Segoe UI Semilight" panose="020B0402040204020203" pitchFamily="34" charset="0"/>
              </a:rPr>
              <a:t>IT admin </a:t>
            </a:r>
            <a:r>
              <a:rPr lang="en-US" sz="1400" b="1" dirty="0">
                <a:solidFill>
                  <a:schemeClr val="bg1"/>
                </a:solidFill>
                <a:latin typeface="+mj-lt"/>
                <a:cs typeface="Segoe UI Semilight" panose="020B0402040204020203" pitchFamily="34" charset="0"/>
              </a:rPr>
              <a:t>deploys</a:t>
            </a:r>
            <a:r>
              <a:rPr lang="en-US" sz="1400" dirty="0">
                <a:solidFill>
                  <a:schemeClr val="bg1"/>
                </a:solidFill>
                <a:latin typeface="+mj-lt"/>
                <a:cs typeface="Segoe UI Semilight" panose="020B0402040204020203" pitchFamily="34" charset="0"/>
              </a:rPr>
              <a:t> an </a:t>
            </a:r>
            <a:r>
              <a:rPr lang="en-US" sz="1400" b="1" dirty="0">
                <a:solidFill>
                  <a:schemeClr val="bg1"/>
                </a:solidFill>
                <a:latin typeface="+mj-lt"/>
                <a:cs typeface="Segoe UI Semilight" panose="020B0402040204020203" pitchFamily="34" charset="0"/>
              </a:rPr>
              <a:t>app</a:t>
            </a:r>
            <a:r>
              <a:rPr lang="en-US" sz="1400" dirty="0">
                <a:solidFill>
                  <a:schemeClr val="bg1"/>
                </a:solidFill>
                <a:latin typeface="+mj-lt"/>
                <a:cs typeface="Segoe UI Semilight" panose="020B0402040204020203" pitchFamily="34" charset="0"/>
              </a:rPr>
              <a:t> via Intune</a:t>
            </a:r>
          </a:p>
        </p:txBody>
      </p:sp>
      <p:sp>
        <p:nvSpPr>
          <p:cNvPr id="33" name="TextBox 32">
            <a:extLst>
              <a:ext uri="{FF2B5EF4-FFF2-40B4-BE49-F238E27FC236}">
                <a16:creationId xmlns:a16="http://schemas.microsoft.com/office/drawing/2014/main" id="{0D76446E-D8E3-2B57-2945-E21516A69D30}"/>
              </a:ext>
            </a:extLst>
          </p:cNvPr>
          <p:cNvSpPr txBox="1"/>
          <p:nvPr/>
        </p:nvSpPr>
        <p:spPr>
          <a:xfrm>
            <a:off x="6782520" y="5587363"/>
            <a:ext cx="2585838" cy="738664"/>
          </a:xfrm>
          <a:prstGeom prst="rect">
            <a:avLst/>
          </a:prstGeom>
          <a:noFill/>
        </p:spPr>
        <p:txBody>
          <a:bodyPr wrap="square" rtlCol="0">
            <a:spAutoFit/>
          </a:bodyPr>
          <a:lstStyle/>
          <a:p>
            <a:r>
              <a:rPr lang="en-US" sz="1400" dirty="0">
                <a:solidFill>
                  <a:schemeClr val="bg1"/>
                </a:solidFill>
                <a:latin typeface="+mj-lt"/>
                <a:cs typeface="Segoe UI Semilight" panose="020B0402040204020203" pitchFamily="34" charset="0"/>
              </a:rPr>
              <a:t>The </a:t>
            </a:r>
            <a:r>
              <a:rPr lang="en-US" sz="1400" b="1" dirty="0">
                <a:solidFill>
                  <a:schemeClr val="bg1"/>
                </a:solidFill>
                <a:latin typeface="+mj-lt"/>
                <a:cs typeface="Segoe UI Semilight" panose="020B0402040204020203" pitchFamily="34" charset="0"/>
              </a:rPr>
              <a:t>apps</a:t>
            </a:r>
            <a:r>
              <a:rPr lang="en-US" sz="1400" dirty="0">
                <a:solidFill>
                  <a:schemeClr val="bg1"/>
                </a:solidFill>
                <a:latin typeface="+mj-lt"/>
                <a:cs typeface="Segoe UI Semilight" panose="020B0402040204020203" pitchFamily="34" charset="0"/>
              </a:rPr>
              <a:t> you deploy through Intune are automatically </a:t>
            </a:r>
            <a:r>
              <a:rPr lang="en-US" sz="1400" b="1" dirty="0">
                <a:solidFill>
                  <a:schemeClr val="bg1"/>
                </a:solidFill>
                <a:latin typeface="+mj-lt"/>
                <a:cs typeface="Segoe UI Semilight" panose="020B0402040204020203" pitchFamily="34" charset="0"/>
              </a:rPr>
              <a:t>tagged</a:t>
            </a:r>
            <a:r>
              <a:rPr lang="en-US" sz="1400" dirty="0">
                <a:solidFill>
                  <a:schemeClr val="bg1"/>
                </a:solidFill>
                <a:latin typeface="+mj-lt"/>
                <a:cs typeface="Segoe UI Semilight" panose="020B0402040204020203" pitchFamily="34" charset="0"/>
              </a:rPr>
              <a:t> by the </a:t>
            </a:r>
            <a:r>
              <a:rPr lang="en-US" sz="1400" b="1" dirty="0">
                <a:solidFill>
                  <a:schemeClr val="bg1"/>
                </a:solidFill>
                <a:latin typeface="+mj-lt"/>
                <a:cs typeface="Segoe UI Semilight" panose="020B0402040204020203" pitchFamily="34" charset="0"/>
              </a:rPr>
              <a:t>Managed installer</a:t>
            </a:r>
          </a:p>
        </p:txBody>
      </p:sp>
      <p:sp>
        <p:nvSpPr>
          <p:cNvPr id="34" name="TextBox 33">
            <a:extLst>
              <a:ext uri="{FF2B5EF4-FFF2-40B4-BE49-F238E27FC236}">
                <a16:creationId xmlns:a16="http://schemas.microsoft.com/office/drawing/2014/main" id="{0F4A6DB6-5416-1F98-6DF9-F7C7A5A327C2}"/>
              </a:ext>
            </a:extLst>
          </p:cNvPr>
          <p:cNvSpPr txBox="1"/>
          <p:nvPr/>
        </p:nvSpPr>
        <p:spPr>
          <a:xfrm>
            <a:off x="2673350" y="5469234"/>
            <a:ext cx="2653267" cy="974922"/>
          </a:xfrm>
          <a:prstGeom prst="rect">
            <a:avLst/>
          </a:prstGeom>
          <a:noFill/>
        </p:spPr>
        <p:txBody>
          <a:bodyPr wrap="square" rtlCol="0">
            <a:spAutoFit/>
          </a:bodyPr>
          <a:lstStyle/>
          <a:p>
            <a:r>
              <a:rPr lang="en-US" sz="1400" b="1" dirty="0">
                <a:solidFill>
                  <a:schemeClr val="bg1"/>
                </a:solidFill>
                <a:latin typeface="+mj-lt"/>
                <a:cs typeface="Segoe UI Semilight" panose="020B0402040204020203" pitchFamily="34" charset="0"/>
              </a:rPr>
              <a:t>Tagged apps </a:t>
            </a:r>
            <a:r>
              <a:rPr lang="en-US" sz="1400" dirty="0">
                <a:solidFill>
                  <a:schemeClr val="bg1"/>
                </a:solidFill>
                <a:latin typeface="+mj-lt"/>
                <a:cs typeface="Segoe UI Semilight" panose="020B0402040204020203" pitchFamily="34" charset="0"/>
              </a:rPr>
              <a:t>can be identified by your App Control for Business policies as safe apps that can be </a:t>
            </a:r>
            <a:r>
              <a:rPr lang="en-US" sz="1400" b="1" dirty="0">
                <a:solidFill>
                  <a:schemeClr val="bg1"/>
                </a:solidFill>
                <a:latin typeface="+mj-lt"/>
                <a:cs typeface="Segoe UI Semilight" panose="020B0402040204020203" pitchFamily="34" charset="0"/>
              </a:rPr>
              <a:t>allowed to run </a:t>
            </a:r>
            <a:r>
              <a:rPr lang="en-US" sz="1400" dirty="0">
                <a:solidFill>
                  <a:schemeClr val="bg1"/>
                </a:solidFill>
                <a:latin typeface="+mj-lt"/>
                <a:cs typeface="Segoe UI Semilight" panose="020B0402040204020203" pitchFamily="34" charset="0"/>
              </a:rPr>
              <a:t>on your devices.</a:t>
            </a:r>
          </a:p>
        </p:txBody>
      </p:sp>
      <p:sp>
        <p:nvSpPr>
          <p:cNvPr id="35" name="TextBox 34">
            <a:extLst>
              <a:ext uri="{FF2B5EF4-FFF2-40B4-BE49-F238E27FC236}">
                <a16:creationId xmlns:a16="http://schemas.microsoft.com/office/drawing/2014/main" id="{E4FBC99C-23FD-78AD-359E-FA11C7EBEFFF}"/>
              </a:ext>
            </a:extLst>
          </p:cNvPr>
          <p:cNvSpPr txBox="1"/>
          <p:nvPr/>
        </p:nvSpPr>
        <p:spPr>
          <a:xfrm>
            <a:off x="207460" y="2858976"/>
            <a:ext cx="1914690" cy="954107"/>
          </a:xfrm>
          <a:prstGeom prst="rect">
            <a:avLst/>
          </a:prstGeom>
          <a:noFill/>
        </p:spPr>
        <p:txBody>
          <a:bodyPr wrap="square" rtlCol="0">
            <a:spAutoFit/>
          </a:bodyPr>
          <a:lstStyle/>
          <a:p>
            <a:r>
              <a:rPr lang="en-US" sz="1400" dirty="0">
                <a:solidFill>
                  <a:schemeClr val="bg1"/>
                </a:solidFill>
                <a:latin typeface="+mj-lt"/>
                <a:cs typeface="Segoe UI Semilight" panose="020B0402040204020203" pitchFamily="34" charset="0"/>
              </a:rPr>
              <a:t>IT admin deploys an </a:t>
            </a:r>
            <a:r>
              <a:rPr lang="en-US" sz="1400" b="1" dirty="0">
                <a:solidFill>
                  <a:schemeClr val="bg1"/>
                </a:solidFill>
                <a:latin typeface="+mj-lt"/>
                <a:cs typeface="Segoe UI Semilight" panose="020B0402040204020203" pitchFamily="34" charset="0"/>
              </a:rPr>
              <a:t>App Control for Business </a:t>
            </a:r>
            <a:r>
              <a:rPr lang="en-US" sz="1400" dirty="0">
                <a:solidFill>
                  <a:schemeClr val="bg1"/>
                </a:solidFill>
                <a:latin typeface="+mj-lt"/>
                <a:cs typeface="Segoe UI Semilight" panose="020B0402040204020203" pitchFamily="34" charset="0"/>
              </a:rPr>
              <a:t>policy via Intune</a:t>
            </a:r>
          </a:p>
        </p:txBody>
      </p:sp>
    </p:spTree>
    <p:extLst>
      <p:ext uri="{BB962C8B-B14F-4D97-AF65-F5344CB8AC3E}">
        <p14:creationId xmlns:p14="http://schemas.microsoft.com/office/powerpoint/2010/main" val="57891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CA0AE-FE00-7652-2196-2FC79294F204}"/>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37244A88-0328-9C8F-57E6-59F9AEAA7058}"/>
              </a:ext>
            </a:extLst>
          </p:cNvPr>
          <p:cNvSpPr>
            <a:spLocks noGrp="1"/>
          </p:cNvSpPr>
          <p:nvPr>
            <p:ph type="title"/>
          </p:nvPr>
        </p:nvSpPr>
        <p:spPr>
          <a:xfrm>
            <a:off x="838200" y="365125"/>
            <a:ext cx="10515600" cy="1325563"/>
          </a:xfrm>
        </p:spPr>
        <p:txBody>
          <a:bodyPr anchor="ctr">
            <a:normAutofit/>
          </a:bodyPr>
          <a:lstStyle/>
          <a:p>
            <a:r>
              <a:rPr lang="en-US" dirty="0"/>
              <a:t>Workflow</a:t>
            </a:r>
            <a:endParaRPr lang="LID4096" dirty="0"/>
          </a:p>
        </p:txBody>
      </p:sp>
      <p:sp>
        <p:nvSpPr>
          <p:cNvPr id="2" name="Tijdelijke aanduiding voor dianummer 1">
            <a:extLst>
              <a:ext uri="{FF2B5EF4-FFF2-40B4-BE49-F238E27FC236}">
                <a16:creationId xmlns:a16="http://schemas.microsoft.com/office/drawing/2014/main" id="{F1FE7784-EF2E-E405-DB1B-DCBF07431E38}"/>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12</a:t>
            </a:fld>
            <a:endParaRPr lang="en-GB"/>
          </a:p>
        </p:txBody>
      </p:sp>
      <p:grpSp>
        <p:nvGrpSpPr>
          <p:cNvPr id="31" name="Group 30">
            <a:extLst>
              <a:ext uri="{FF2B5EF4-FFF2-40B4-BE49-F238E27FC236}">
                <a16:creationId xmlns:a16="http://schemas.microsoft.com/office/drawing/2014/main" id="{48DF1A98-B806-987D-85CF-EB2857BBA907}"/>
              </a:ext>
            </a:extLst>
          </p:cNvPr>
          <p:cNvGrpSpPr/>
          <p:nvPr/>
        </p:nvGrpSpPr>
        <p:grpSpPr>
          <a:xfrm>
            <a:off x="1212695" y="1395905"/>
            <a:ext cx="10722820" cy="5217862"/>
            <a:chOff x="1212695" y="1395905"/>
            <a:chExt cx="10722820" cy="5217862"/>
          </a:xfrm>
        </p:grpSpPr>
        <p:cxnSp>
          <p:nvCxnSpPr>
            <p:cNvPr id="6" name="Straight Arrow Connector 5">
              <a:extLst>
                <a:ext uri="{FF2B5EF4-FFF2-40B4-BE49-F238E27FC236}">
                  <a16:creationId xmlns:a16="http://schemas.microsoft.com/office/drawing/2014/main" id="{E1129C2F-7C79-7019-C8AD-689EE07FF1CC}"/>
                </a:ext>
              </a:extLst>
            </p:cNvPr>
            <p:cNvCxnSpPr>
              <a:cxnSpLocks/>
            </p:cNvCxnSpPr>
            <p:nvPr/>
          </p:nvCxnSpPr>
          <p:spPr>
            <a:xfrm>
              <a:off x="4352582" y="4982296"/>
              <a:ext cx="4610663" cy="19259"/>
            </a:xfrm>
            <a:prstGeom prst="straightConnector1">
              <a:avLst/>
            </a:prstGeom>
            <a:ln>
              <a:solidFill>
                <a:schemeClr val="bg1"/>
              </a:solidFill>
              <a:tailEnd type="triangle"/>
            </a:ln>
          </p:spPr>
          <p:style>
            <a:lnRef idx="2">
              <a:schemeClr val="accent6"/>
            </a:lnRef>
            <a:fillRef idx="0">
              <a:schemeClr val="accent6"/>
            </a:fillRef>
            <a:effectRef idx="1">
              <a:schemeClr val="accent6"/>
            </a:effectRef>
            <a:fontRef idx="minor">
              <a:schemeClr val="tx1"/>
            </a:fontRef>
          </p:style>
        </p:cxnSp>
        <p:pic>
          <p:nvPicPr>
            <p:cNvPr id="7" name="Graphic 6" descr="Computer with solid fill">
              <a:extLst>
                <a:ext uri="{FF2B5EF4-FFF2-40B4-BE49-F238E27FC236}">
                  <a16:creationId xmlns:a16="http://schemas.microsoft.com/office/drawing/2014/main" id="{7DD15275-5497-51B8-D997-C6FD45DFFA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85093" y="4564181"/>
              <a:ext cx="686055" cy="686055"/>
            </a:xfrm>
            <a:prstGeom prst="rect">
              <a:avLst/>
            </a:prstGeom>
          </p:spPr>
        </p:pic>
        <p:pic>
          <p:nvPicPr>
            <p:cNvPr id="8" name="Graphic 7" descr="Programmer male with solid fill">
              <a:extLst>
                <a:ext uri="{FF2B5EF4-FFF2-40B4-BE49-F238E27FC236}">
                  <a16:creationId xmlns:a16="http://schemas.microsoft.com/office/drawing/2014/main" id="{1AD2B8C7-2EEA-BA8C-2FFF-3B66D9C7053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17280" y="4698072"/>
              <a:ext cx="686054" cy="686054"/>
            </a:xfrm>
            <a:prstGeom prst="rect">
              <a:avLst/>
            </a:prstGeom>
          </p:spPr>
        </p:pic>
        <p:pic>
          <p:nvPicPr>
            <p:cNvPr id="9" name="Graphic 8" descr="Programmer female with solid fill">
              <a:extLst>
                <a:ext uri="{FF2B5EF4-FFF2-40B4-BE49-F238E27FC236}">
                  <a16:creationId xmlns:a16="http://schemas.microsoft.com/office/drawing/2014/main" id="{FFF13721-B5BA-5D3F-BB6B-C66B65D58DF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17162" y="4702124"/>
              <a:ext cx="686054" cy="686054"/>
            </a:xfrm>
            <a:prstGeom prst="rect">
              <a:avLst/>
            </a:prstGeom>
          </p:spPr>
        </p:pic>
        <p:pic>
          <p:nvPicPr>
            <p:cNvPr id="10" name="Graphic 9" descr="Monitor with solid fill">
              <a:extLst>
                <a:ext uri="{FF2B5EF4-FFF2-40B4-BE49-F238E27FC236}">
                  <a16:creationId xmlns:a16="http://schemas.microsoft.com/office/drawing/2014/main" id="{3C23ADF0-A4FD-0953-1AEA-B0601FA4CA7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99038" y="4698071"/>
              <a:ext cx="686055" cy="686055"/>
            </a:xfrm>
            <a:prstGeom prst="rect">
              <a:avLst/>
            </a:prstGeom>
          </p:spPr>
        </p:pic>
        <p:pic>
          <p:nvPicPr>
            <p:cNvPr id="11" name="Graphic 10" descr="Badge 1 outline">
              <a:extLst>
                <a:ext uri="{FF2B5EF4-FFF2-40B4-BE49-F238E27FC236}">
                  <a16:creationId xmlns:a16="http://schemas.microsoft.com/office/drawing/2014/main" id="{41CFE52E-4A1D-1D74-5284-0DBF22C2D17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73691" y="3607533"/>
              <a:ext cx="343029" cy="343029"/>
            </a:xfrm>
            <a:prstGeom prst="rect">
              <a:avLst/>
            </a:prstGeom>
          </p:spPr>
        </p:pic>
        <p:pic>
          <p:nvPicPr>
            <p:cNvPr id="12" name="Graphic 11" descr="Badge outline">
              <a:extLst>
                <a:ext uri="{FF2B5EF4-FFF2-40B4-BE49-F238E27FC236}">
                  <a16:creationId xmlns:a16="http://schemas.microsoft.com/office/drawing/2014/main" id="{C5063733-232F-2433-EE8C-B59E7FC1345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754727" y="3548180"/>
              <a:ext cx="343029" cy="343029"/>
            </a:xfrm>
            <a:prstGeom prst="rect">
              <a:avLst/>
            </a:prstGeom>
          </p:spPr>
        </p:pic>
        <p:sp>
          <p:nvSpPr>
            <p:cNvPr id="13" name="TextBox 12">
              <a:extLst>
                <a:ext uri="{FF2B5EF4-FFF2-40B4-BE49-F238E27FC236}">
                  <a16:creationId xmlns:a16="http://schemas.microsoft.com/office/drawing/2014/main" id="{84943010-A9BC-7B70-BBA8-DEDED7BF9FC4}"/>
                </a:ext>
              </a:extLst>
            </p:cNvPr>
            <p:cNvSpPr txBox="1"/>
            <p:nvPr/>
          </p:nvSpPr>
          <p:spPr>
            <a:xfrm>
              <a:off x="1212695" y="1697179"/>
              <a:ext cx="1996647" cy="523220"/>
            </a:xfrm>
            <a:prstGeom prst="rect">
              <a:avLst/>
            </a:prstGeom>
            <a:noFill/>
          </p:spPr>
          <p:txBody>
            <a:bodyPr wrap="square" rtlCol="0">
              <a:spAutoFit/>
            </a:bodyPr>
            <a:lstStyle/>
            <a:p>
              <a:r>
                <a:rPr lang="en-US" sz="1400" dirty="0">
                  <a:solidFill>
                    <a:schemeClr val="bg1"/>
                  </a:solidFill>
                  <a:latin typeface="+mj-lt"/>
                  <a:cs typeface="Segoe UI Semilight" panose="020B0402040204020203" pitchFamily="34" charset="0"/>
                </a:rPr>
                <a:t>IT admin deploys Managed Installer policy</a:t>
              </a:r>
            </a:p>
          </p:txBody>
        </p:sp>
        <p:sp>
          <p:nvSpPr>
            <p:cNvPr id="15" name="TextBox 14">
              <a:extLst>
                <a:ext uri="{FF2B5EF4-FFF2-40B4-BE49-F238E27FC236}">
                  <a16:creationId xmlns:a16="http://schemas.microsoft.com/office/drawing/2014/main" id="{56DFEB3E-6C15-0B56-B195-ACE31074DE80}"/>
                </a:ext>
              </a:extLst>
            </p:cNvPr>
            <p:cNvSpPr txBox="1"/>
            <p:nvPr/>
          </p:nvSpPr>
          <p:spPr>
            <a:xfrm>
              <a:off x="1785355" y="5444216"/>
              <a:ext cx="2399476" cy="954107"/>
            </a:xfrm>
            <a:prstGeom prst="rect">
              <a:avLst/>
            </a:prstGeom>
            <a:noFill/>
          </p:spPr>
          <p:txBody>
            <a:bodyPr wrap="square" rtlCol="0">
              <a:spAutoFit/>
            </a:bodyPr>
            <a:lstStyle/>
            <a:p>
              <a:r>
                <a:rPr lang="en-US" sz="1400" dirty="0">
                  <a:solidFill>
                    <a:schemeClr val="bg1"/>
                  </a:solidFill>
                  <a:latin typeface="+mj-lt"/>
                  <a:cs typeface="Segoe UI Semilight" panose="020B0402040204020203" pitchFamily="34" charset="0"/>
                </a:rPr>
                <a:t>Policy starts getting applied to Windows endpoints</a:t>
              </a:r>
            </a:p>
            <a:p>
              <a:endParaRPr lang="en-US" sz="1400" dirty="0">
                <a:solidFill>
                  <a:schemeClr val="bg1"/>
                </a:solidFill>
                <a:latin typeface="+mj-lt"/>
                <a:cs typeface="Segoe UI Semilight" panose="020B0402040204020203" pitchFamily="34" charset="0"/>
              </a:endParaRPr>
            </a:p>
            <a:p>
              <a:r>
                <a:rPr lang="en-US" sz="1400" b="1" dirty="0">
                  <a:solidFill>
                    <a:srgbClr val="FF0000"/>
                  </a:solidFill>
                  <a:latin typeface="+mj-lt"/>
                  <a:cs typeface="Segoe UI Semilight" panose="020B0402040204020203" pitchFamily="34" charset="0"/>
                </a:rPr>
                <a:t>Apps will  start getting tagged </a:t>
              </a:r>
            </a:p>
          </p:txBody>
        </p:sp>
        <p:sp>
          <p:nvSpPr>
            <p:cNvPr id="16" name="TextBox 15">
              <a:extLst>
                <a:ext uri="{FF2B5EF4-FFF2-40B4-BE49-F238E27FC236}">
                  <a16:creationId xmlns:a16="http://schemas.microsoft.com/office/drawing/2014/main" id="{C8AD9EA6-A6B6-415E-068F-CEAEB03B8CF2}"/>
                </a:ext>
              </a:extLst>
            </p:cNvPr>
            <p:cNvSpPr txBox="1"/>
            <p:nvPr/>
          </p:nvSpPr>
          <p:spPr>
            <a:xfrm>
              <a:off x="5883696" y="2741080"/>
              <a:ext cx="1427836" cy="523220"/>
            </a:xfrm>
            <a:prstGeom prst="rect">
              <a:avLst/>
            </a:prstGeom>
            <a:noFill/>
          </p:spPr>
          <p:txBody>
            <a:bodyPr wrap="square" rtlCol="0">
              <a:spAutoFit/>
            </a:bodyPr>
            <a:lstStyle/>
            <a:p>
              <a:r>
                <a:rPr lang="en-US" sz="1400" dirty="0">
                  <a:solidFill>
                    <a:schemeClr val="bg1"/>
                  </a:solidFill>
                  <a:latin typeface="+mj-lt"/>
                  <a:cs typeface="Segoe UI Semilight" panose="020B0402040204020203" pitchFamily="34" charset="0"/>
                </a:rPr>
                <a:t>IT admin deploys app via Intune</a:t>
              </a:r>
            </a:p>
          </p:txBody>
        </p:sp>
        <p:cxnSp>
          <p:nvCxnSpPr>
            <p:cNvPr id="17" name="Straight Arrow Connector 16">
              <a:extLst>
                <a:ext uri="{FF2B5EF4-FFF2-40B4-BE49-F238E27FC236}">
                  <a16:creationId xmlns:a16="http://schemas.microsoft.com/office/drawing/2014/main" id="{CA20EF50-1FC6-DBE2-3C47-281163B5137D}"/>
                </a:ext>
              </a:extLst>
            </p:cNvPr>
            <p:cNvCxnSpPr>
              <a:cxnSpLocks/>
            </p:cNvCxnSpPr>
            <p:nvPr/>
          </p:nvCxnSpPr>
          <p:spPr>
            <a:xfrm flipV="1">
              <a:off x="3617280" y="3215867"/>
              <a:ext cx="1354031" cy="1265133"/>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382AE8C-4CA8-79BB-CA1F-FCFEBCF93886}"/>
                </a:ext>
              </a:extLst>
            </p:cNvPr>
            <p:cNvCxnSpPr>
              <a:cxnSpLocks/>
            </p:cNvCxnSpPr>
            <p:nvPr/>
          </p:nvCxnSpPr>
          <p:spPr>
            <a:xfrm flipH="1">
              <a:off x="3745814" y="3264918"/>
              <a:ext cx="1343902" cy="1257341"/>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A80CDD6B-4871-6BFD-AE12-BDF877BD905D}"/>
                </a:ext>
              </a:extLst>
            </p:cNvPr>
            <p:cNvCxnSpPr>
              <a:cxnSpLocks/>
            </p:cNvCxnSpPr>
            <p:nvPr/>
          </p:nvCxnSpPr>
          <p:spPr>
            <a:xfrm>
              <a:off x="1616720" y="3237439"/>
              <a:ext cx="686939" cy="1356634"/>
            </a:xfrm>
            <a:prstGeom prst="straightConnector1">
              <a:avLst/>
            </a:prstGeom>
            <a:ln>
              <a:solidFill>
                <a:schemeClr val="bg1"/>
              </a:solidFill>
              <a:tailEnd type="triangle"/>
            </a:ln>
          </p:spPr>
          <p:style>
            <a:lnRef idx="2">
              <a:schemeClr val="accent6"/>
            </a:lnRef>
            <a:fillRef idx="0">
              <a:schemeClr val="accent6"/>
            </a:fillRef>
            <a:effectRef idx="1">
              <a:schemeClr val="accent6"/>
            </a:effectRef>
            <a:fontRef idx="minor">
              <a:schemeClr val="tx1"/>
            </a:fontRef>
          </p:style>
        </p:cxnSp>
        <p:pic>
          <p:nvPicPr>
            <p:cNvPr id="21" name="Graphic 20" descr="Monitor with solid fill">
              <a:extLst>
                <a:ext uri="{FF2B5EF4-FFF2-40B4-BE49-F238E27FC236}">
                  <a16:creationId xmlns:a16="http://schemas.microsoft.com/office/drawing/2014/main" id="{33D07C51-DDE1-6F85-A608-2B875FE7D80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608761" y="4537843"/>
              <a:ext cx="686055" cy="686055"/>
            </a:xfrm>
            <a:prstGeom prst="rect">
              <a:avLst/>
            </a:prstGeom>
          </p:spPr>
        </p:pic>
        <p:pic>
          <p:nvPicPr>
            <p:cNvPr id="22" name="Graphic 21" descr="Computer with solid fill">
              <a:extLst>
                <a:ext uri="{FF2B5EF4-FFF2-40B4-BE49-F238E27FC236}">
                  <a16:creationId xmlns:a16="http://schemas.microsoft.com/office/drawing/2014/main" id="{6DCA8EB9-28C6-8BF4-68AD-564994768E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41274" y="4442697"/>
              <a:ext cx="686055" cy="686055"/>
            </a:xfrm>
            <a:prstGeom prst="rect">
              <a:avLst/>
            </a:prstGeom>
          </p:spPr>
        </p:pic>
        <p:pic>
          <p:nvPicPr>
            <p:cNvPr id="23" name="Graphic 22" descr="Programmer female with solid fill">
              <a:extLst>
                <a:ext uri="{FF2B5EF4-FFF2-40B4-BE49-F238E27FC236}">
                  <a16:creationId xmlns:a16="http://schemas.microsoft.com/office/drawing/2014/main" id="{4F00C57E-B4AC-AE76-E99A-657CBB3E3E6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60122" y="4613727"/>
              <a:ext cx="686054" cy="686054"/>
            </a:xfrm>
            <a:prstGeom prst="rect">
              <a:avLst/>
            </a:prstGeom>
          </p:spPr>
        </p:pic>
        <p:pic>
          <p:nvPicPr>
            <p:cNvPr id="24" name="Graphic 23" descr="Programmer male with solid fill">
              <a:extLst>
                <a:ext uri="{FF2B5EF4-FFF2-40B4-BE49-F238E27FC236}">
                  <a16:creationId xmlns:a16="http://schemas.microsoft.com/office/drawing/2014/main" id="{BF702E73-01B1-2C8D-057E-73979EE0F98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22708" y="4564182"/>
              <a:ext cx="686054" cy="686054"/>
            </a:xfrm>
            <a:prstGeom prst="rect">
              <a:avLst/>
            </a:prstGeom>
          </p:spPr>
        </p:pic>
        <p:cxnSp>
          <p:nvCxnSpPr>
            <p:cNvPr id="25" name="Straight Arrow Connector 24">
              <a:extLst>
                <a:ext uri="{FF2B5EF4-FFF2-40B4-BE49-F238E27FC236}">
                  <a16:creationId xmlns:a16="http://schemas.microsoft.com/office/drawing/2014/main" id="{0AC50850-587C-555E-7C34-0E99C09E1F96}"/>
                </a:ext>
              </a:extLst>
            </p:cNvPr>
            <p:cNvCxnSpPr>
              <a:cxnSpLocks/>
            </p:cNvCxnSpPr>
            <p:nvPr/>
          </p:nvCxnSpPr>
          <p:spPr>
            <a:xfrm>
              <a:off x="10329213" y="2944924"/>
              <a:ext cx="0" cy="1265569"/>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22BE75CE-9F00-5D13-BCA0-B4A49EB911B5}"/>
                </a:ext>
              </a:extLst>
            </p:cNvPr>
            <p:cNvSpPr txBox="1"/>
            <p:nvPr/>
          </p:nvSpPr>
          <p:spPr>
            <a:xfrm>
              <a:off x="8129029" y="1395905"/>
              <a:ext cx="1977717" cy="738664"/>
            </a:xfrm>
            <a:prstGeom prst="rect">
              <a:avLst/>
            </a:prstGeom>
            <a:noFill/>
          </p:spPr>
          <p:txBody>
            <a:bodyPr wrap="square" rtlCol="0">
              <a:spAutoFit/>
            </a:bodyPr>
            <a:lstStyle/>
            <a:p>
              <a:r>
                <a:rPr lang="en-US" sz="1400" dirty="0">
                  <a:solidFill>
                    <a:schemeClr val="bg1"/>
                  </a:solidFill>
                  <a:latin typeface="+mj-lt"/>
                  <a:cs typeface="Segoe UI Semilight" panose="020B0402040204020203" pitchFamily="34" charset="0"/>
                </a:rPr>
                <a:t>IT admin deploys an App Control for Business policy via Intune</a:t>
              </a:r>
            </a:p>
          </p:txBody>
        </p:sp>
        <p:sp>
          <p:nvSpPr>
            <p:cNvPr id="27" name="TextBox 26">
              <a:extLst>
                <a:ext uri="{FF2B5EF4-FFF2-40B4-BE49-F238E27FC236}">
                  <a16:creationId xmlns:a16="http://schemas.microsoft.com/office/drawing/2014/main" id="{93BD9602-F70B-CAC7-C004-99BB696749ED}"/>
                </a:ext>
              </a:extLst>
            </p:cNvPr>
            <p:cNvSpPr txBox="1"/>
            <p:nvPr/>
          </p:nvSpPr>
          <p:spPr>
            <a:xfrm>
              <a:off x="9117887" y="5444216"/>
              <a:ext cx="2817628" cy="1169551"/>
            </a:xfrm>
            <a:prstGeom prst="rect">
              <a:avLst/>
            </a:prstGeom>
            <a:noFill/>
          </p:spPr>
          <p:txBody>
            <a:bodyPr wrap="square" rtlCol="0">
              <a:spAutoFit/>
            </a:bodyPr>
            <a:lstStyle/>
            <a:p>
              <a:r>
                <a:rPr lang="en-US" sz="1400" dirty="0">
                  <a:solidFill>
                    <a:schemeClr val="bg1"/>
                  </a:solidFill>
                  <a:latin typeface="+mj-lt"/>
                  <a:cs typeface="Segoe UI Semilight" panose="020B0402040204020203" pitchFamily="34" charset="0"/>
                </a:rPr>
                <a:t>End users can only launch apps that are part of the app allow list.</a:t>
              </a:r>
            </a:p>
            <a:p>
              <a:r>
                <a:rPr lang="en-US" sz="1400" dirty="0">
                  <a:solidFill>
                    <a:schemeClr val="bg1"/>
                  </a:solidFill>
                  <a:latin typeface="+mj-lt"/>
                  <a:cs typeface="Segoe UI Semilight" panose="020B0402040204020203" pitchFamily="34" charset="0"/>
                </a:rPr>
                <a:t>If </a:t>
              </a:r>
              <a:r>
                <a:rPr lang="en-US" sz="1400" b="1" dirty="0">
                  <a:solidFill>
                    <a:schemeClr val="bg1"/>
                  </a:solidFill>
                  <a:latin typeface="+mj-lt"/>
                  <a:cs typeface="Segoe UI Semilight" panose="020B0402040204020203" pitchFamily="34" charset="0"/>
                </a:rPr>
                <a:t>“trust apps from managed installer”</a:t>
              </a:r>
              <a:r>
                <a:rPr lang="en-US" sz="1400" dirty="0">
                  <a:solidFill>
                    <a:schemeClr val="bg1"/>
                  </a:solidFill>
                  <a:latin typeface="+mj-lt"/>
                  <a:cs typeface="Segoe UI Semilight" panose="020B0402040204020203" pitchFamily="34" charset="0"/>
                </a:rPr>
                <a:t> rule is present, it will allow tagged apps to run</a:t>
              </a:r>
            </a:p>
          </p:txBody>
        </p:sp>
        <p:pic>
          <p:nvPicPr>
            <p:cNvPr id="29" name="Graphic 28" descr="Badge 4 outline">
              <a:extLst>
                <a:ext uri="{FF2B5EF4-FFF2-40B4-BE49-F238E27FC236}">
                  <a16:creationId xmlns:a16="http://schemas.microsoft.com/office/drawing/2014/main" id="{FF91A997-2942-040E-CA21-2FC54AD73A3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101016" y="5052383"/>
              <a:ext cx="343029" cy="343029"/>
            </a:xfrm>
            <a:prstGeom prst="rect">
              <a:avLst/>
            </a:prstGeom>
          </p:spPr>
        </p:pic>
        <p:pic>
          <p:nvPicPr>
            <p:cNvPr id="30" name="Graphic 29" descr="Badge 3 outline">
              <a:extLst>
                <a:ext uri="{FF2B5EF4-FFF2-40B4-BE49-F238E27FC236}">
                  <a16:creationId xmlns:a16="http://schemas.microsoft.com/office/drawing/2014/main" id="{A47DFF2A-4B8E-C509-DB41-E42DE9325987}"/>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341272" y="3021284"/>
              <a:ext cx="343029" cy="343029"/>
            </a:xfrm>
            <a:prstGeom prst="rect">
              <a:avLst/>
            </a:prstGeom>
          </p:spPr>
        </p:pic>
      </p:grpSp>
      <p:pic>
        <p:nvPicPr>
          <p:cNvPr id="32" name="Graphic 31" descr="Office worker male with solid fill">
            <a:extLst>
              <a:ext uri="{FF2B5EF4-FFF2-40B4-BE49-F238E27FC236}">
                <a16:creationId xmlns:a16="http://schemas.microsoft.com/office/drawing/2014/main" id="{F057AAE7-BCFF-9F66-AAA6-308E87C73137}"/>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57240" y="2227329"/>
            <a:ext cx="914400" cy="914400"/>
          </a:xfrm>
          <a:prstGeom prst="rect">
            <a:avLst/>
          </a:prstGeom>
        </p:spPr>
      </p:pic>
      <p:pic>
        <p:nvPicPr>
          <p:cNvPr id="34" name="Graphic 33" descr="Call center with solid fill">
            <a:extLst>
              <a:ext uri="{FF2B5EF4-FFF2-40B4-BE49-F238E27FC236}">
                <a16:creationId xmlns:a16="http://schemas.microsoft.com/office/drawing/2014/main" id="{4DC8C184-768E-5EC5-E778-016E7BA1FF4F}"/>
              </a:ext>
            </a:extLst>
          </p:cNvPr>
          <p:cNvPicPr>
            <a:picLocks noChangeAspect="1"/>
          </p:cNvPicPr>
          <p:nvPr/>
        </p:nvPicPr>
        <p:blipFill>
          <a:blip r:embed="rId21">
            <a:extLst>
              <a:ext uri="{96DAC541-7B7A-43D3-8B79-37D633B846F1}">
                <asvg:svgBlip xmlns:asvg="http://schemas.microsoft.com/office/drawing/2016/SVG/main" r:embed="rId22"/>
              </a:ext>
            </a:extLst>
          </a:blip>
          <a:srcRect/>
          <a:stretch/>
        </p:blipFill>
        <p:spPr>
          <a:xfrm>
            <a:off x="4971181" y="2319620"/>
            <a:ext cx="914400" cy="914400"/>
          </a:xfrm>
          <a:prstGeom prst="rect">
            <a:avLst/>
          </a:prstGeom>
        </p:spPr>
      </p:pic>
      <p:pic>
        <p:nvPicPr>
          <p:cNvPr id="35" name="Graphic 34" descr="Office worker male with solid fill">
            <a:extLst>
              <a:ext uri="{FF2B5EF4-FFF2-40B4-BE49-F238E27FC236}">
                <a16:creationId xmlns:a16="http://schemas.microsoft.com/office/drawing/2014/main" id="{20915780-4F14-B965-0C43-05A4F5D85464}"/>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837616" y="1803492"/>
            <a:ext cx="914400" cy="914400"/>
          </a:xfrm>
          <a:prstGeom prst="rect">
            <a:avLst/>
          </a:prstGeom>
        </p:spPr>
      </p:pic>
    </p:spTree>
    <p:extLst>
      <p:ext uri="{BB962C8B-B14F-4D97-AF65-F5344CB8AC3E}">
        <p14:creationId xmlns:p14="http://schemas.microsoft.com/office/powerpoint/2010/main" val="654628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9B2AA-409C-C0AE-C310-25903A25FD8F}"/>
              </a:ext>
            </a:extLst>
          </p:cNvPr>
          <p:cNvSpPr>
            <a:spLocks noGrp="1"/>
          </p:cNvSpPr>
          <p:nvPr>
            <p:ph type="title"/>
          </p:nvPr>
        </p:nvSpPr>
        <p:spPr/>
        <p:txBody>
          <a:bodyPr/>
          <a:lstStyle/>
          <a:p>
            <a:r>
              <a:rPr lang="en-US" dirty="0"/>
              <a:t>Policy Sync Schedule</a:t>
            </a:r>
            <a:endParaRPr lang="en-BE" dirty="0"/>
          </a:p>
        </p:txBody>
      </p:sp>
      <p:sp>
        <p:nvSpPr>
          <p:cNvPr id="6" name="Content Placeholder 5">
            <a:extLst>
              <a:ext uri="{FF2B5EF4-FFF2-40B4-BE49-F238E27FC236}">
                <a16:creationId xmlns:a16="http://schemas.microsoft.com/office/drawing/2014/main" id="{27A8B57D-951F-40DA-EAEC-DC0044BD8AF3}"/>
              </a:ext>
            </a:extLst>
          </p:cNvPr>
          <p:cNvSpPr>
            <a:spLocks noGrp="1"/>
          </p:cNvSpPr>
          <p:nvPr>
            <p:ph idx="1"/>
          </p:nvPr>
        </p:nvSpPr>
        <p:spPr/>
        <p:txBody>
          <a:bodyPr/>
          <a:lstStyle/>
          <a:p>
            <a:endParaRPr lang="en-BE"/>
          </a:p>
        </p:txBody>
      </p:sp>
      <p:sp>
        <p:nvSpPr>
          <p:cNvPr id="5" name="Slide Number Placeholder 4">
            <a:extLst>
              <a:ext uri="{FF2B5EF4-FFF2-40B4-BE49-F238E27FC236}">
                <a16:creationId xmlns:a16="http://schemas.microsoft.com/office/drawing/2014/main" id="{EFC8DC95-6385-E5E4-40D3-4E6F4C952046}"/>
              </a:ext>
            </a:extLst>
          </p:cNvPr>
          <p:cNvSpPr>
            <a:spLocks noGrp="1"/>
          </p:cNvSpPr>
          <p:nvPr>
            <p:ph type="sldNum" sz="quarter" idx="4"/>
          </p:nvPr>
        </p:nvSpPr>
        <p:spPr/>
        <p:txBody>
          <a:bodyPr/>
          <a:lstStyle/>
          <a:p>
            <a:fld id="{9F621982-67CF-4DE6-9B69-E7E59DF16CFA}" type="slidenum">
              <a:rPr lang="en-GB" smtClean="0"/>
              <a:pPr/>
              <a:t>13</a:t>
            </a:fld>
            <a:endParaRPr lang="en-GB"/>
          </a:p>
        </p:txBody>
      </p:sp>
      <p:sp>
        <p:nvSpPr>
          <p:cNvPr id="7" name="Rectangle: Rounded Corners 6">
            <a:extLst>
              <a:ext uri="{FF2B5EF4-FFF2-40B4-BE49-F238E27FC236}">
                <a16:creationId xmlns:a16="http://schemas.microsoft.com/office/drawing/2014/main" id="{6C5FF8F0-781C-E902-8C11-DC185DB9A8B1}"/>
              </a:ext>
            </a:extLst>
          </p:cNvPr>
          <p:cNvSpPr/>
          <p:nvPr/>
        </p:nvSpPr>
        <p:spPr>
          <a:xfrm>
            <a:off x="2362198" y="2938462"/>
            <a:ext cx="2857500" cy="98107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bg2">
                    <a:lumMod val="10000"/>
                  </a:schemeClr>
                </a:solidFill>
                <a:latin typeface="Segoe UI Semilight" panose="020B0402040204020203" pitchFamily="34" charset="0"/>
                <a:cs typeface="Segoe UI Semilight" panose="020B0402040204020203" pitchFamily="34" charset="0"/>
              </a:rPr>
              <a:t>For existing device</a:t>
            </a:r>
            <a:r>
              <a:rPr lang="en-US" sz="1600" dirty="0">
                <a:solidFill>
                  <a:schemeClr val="bg2">
                    <a:lumMod val="10000"/>
                  </a:schemeClr>
                </a:solidFill>
                <a:latin typeface="Segoe UI Semilight" panose="020B0402040204020203" pitchFamily="34" charset="0"/>
                <a:cs typeface="Segoe UI Semilight" panose="020B0402040204020203" pitchFamily="34" charset="0"/>
              </a:rPr>
              <a:t>, App Locker policy triggered whichever happens first:</a:t>
            </a:r>
          </a:p>
        </p:txBody>
      </p:sp>
      <p:sp>
        <p:nvSpPr>
          <p:cNvPr id="8" name="Oval 7">
            <a:extLst>
              <a:ext uri="{FF2B5EF4-FFF2-40B4-BE49-F238E27FC236}">
                <a16:creationId xmlns:a16="http://schemas.microsoft.com/office/drawing/2014/main" id="{30CEC56F-BCBB-BAF4-EF92-7812ED8F29B3}"/>
              </a:ext>
            </a:extLst>
          </p:cNvPr>
          <p:cNvSpPr/>
          <p:nvPr/>
        </p:nvSpPr>
        <p:spPr>
          <a:xfrm>
            <a:off x="385752" y="4528420"/>
            <a:ext cx="3276601" cy="1562817"/>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bg2">
                    <a:lumMod val="10000"/>
                  </a:schemeClr>
                </a:solidFill>
                <a:latin typeface="Segoe UI Semilight" panose="020B0402040204020203" pitchFamily="34" charset="0"/>
                <a:cs typeface="Segoe UI Semilight" panose="020B0402040204020203" pitchFamily="34" charset="0"/>
              </a:rPr>
              <a:t>Next app install, post opt-in</a:t>
            </a:r>
            <a:r>
              <a:rPr lang="en-US" sz="1400" b="1">
                <a:solidFill>
                  <a:schemeClr val="bg2">
                    <a:lumMod val="10000"/>
                  </a:schemeClr>
                </a:solidFill>
                <a:latin typeface="Segoe UI Semilight" panose="020B0402040204020203" pitchFamily="34" charset="0"/>
                <a:cs typeface="Segoe UI Semilight" panose="020B0402040204020203" pitchFamily="34" charset="0"/>
              </a:rPr>
              <a:t>(1 hr.)</a:t>
            </a:r>
          </a:p>
        </p:txBody>
      </p:sp>
      <p:sp>
        <p:nvSpPr>
          <p:cNvPr id="9" name="Oval 8">
            <a:extLst>
              <a:ext uri="{FF2B5EF4-FFF2-40B4-BE49-F238E27FC236}">
                <a16:creationId xmlns:a16="http://schemas.microsoft.com/office/drawing/2014/main" id="{3A52EF7B-5351-DF19-8C9A-EFE598FAE85C}"/>
              </a:ext>
            </a:extLst>
          </p:cNvPr>
          <p:cNvSpPr/>
          <p:nvPr/>
        </p:nvSpPr>
        <p:spPr>
          <a:xfrm>
            <a:off x="4021927" y="4528420"/>
            <a:ext cx="3276600" cy="1562817"/>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bg2">
                    <a:lumMod val="10000"/>
                  </a:schemeClr>
                </a:solidFill>
                <a:latin typeface="Segoe UI Semilight" panose="020B0402040204020203" pitchFamily="34" charset="0"/>
                <a:cs typeface="Segoe UI Semilight" panose="020B0402040204020203" pitchFamily="34" charset="0"/>
              </a:rPr>
              <a:t>Next remediation/detection script runs on its schedule </a:t>
            </a:r>
            <a:r>
              <a:rPr lang="en-US" sz="1400" b="1">
                <a:solidFill>
                  <a:schemeClr val="bg2">
                    <a:lumMod val="10000"/>
                  </a:schemeClr>
                </a:solidFill>
                <a:latin typeface="Segoe UI Semilight" panose="020B0402040204020203" pitchFamily="34" charset="0"/>
                <a:cs typeface="Segoe UI Semilight" panose="020B0402040204020203" pitchFamily="34" charset="0"/>
              </a:rPr>
              <a:t>(24 hrs.)</a:t>
            </a:r>
          </a:p>
        </p:txBody>
      </p:sp>
      <p:sp>
        <p:nvSpPr>
          <p:cNvPr id="10" name="Rectangle: Rounded Corners 9">
            <a:extLst>
              <a:ext uri="{FF2B5EF4-FFF2-40B4-BE49-F238E27FC236}">
                <a16:creationId xmlns:a16="http://schemas.microsoft.com/office/drawing/2014/main" id="{4B00FD4C-8590-35A9-45CB-A235AA0BD6D7}"/>
              </a:ext>
            </a:extLst>
          </p:cNvPr>
          <p:cNvSpPr/>
          <p:nvPr/>
        </p:nvSpPr>
        <p:spPr>
          <a:xfrm>
            <a:off x="7439026" y="2800357"/>
            <a:ext cx="2857500" cy="98107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bg2">
                    <a:lumMod val="10000"/>
                  </a:schemeClr>
                </a:solidFill>
                <a:latin typeface="Segoe UI Semilight" panose="020B0402040204020203" pitchFamily="34" charset="0"/>
                <a:cs typeface="Segoe UI Semilight" panose="020B0402040204020203" pitchFamily="34" charset="0"/>
              </a:rPr>
              <a:t>For New Device</a:t>
            </a:r>
            <a:r>
              <a:rPr lang="en-US" sz="1600" dirty="0">
                <a:solidFill>
                  <a:schemeClr val="bg2">
                    <a:lumMod val="10000"/>
                  </a:schemeClr>
                </a:solidFill>
                <a:latin typeface="Segoe UI Semilight" panose="020B0402040204020203" pitchFamily="34" charset="0"/>
                <a:cs typeface="Segoe UI Semilight" panose="020B0402040204020203" pitchFamily="34" charset="0"/>
              </a:rPr>
              <a:t>, App locker policy triggered via:</a:t>
            </a:r>
          </a:p>
        </p:txBody>
      </p:sp>
      <p:sp>
        <p:nvSpPr>
          <p:cNvPr id="11" name="Oval 10">
            <a:extLst>
              <a:ext uri="{FF2B5EF4-FFF2-40B4-BE49-F238E27FC236}">
                <a16:creationId xmlns:a16="http://schemas.microsoft.com/office/drawing/2014/main" id="{6E44A0C3-4BE7-0051-4637-EF7EEEE73FBB}"/>
              </a:ext>
            </a:extLst>
          </p:cNvPr>
          <p:cNvSpPr/>
          <p:nvPr/>
        </p:nvSpPr>
        <p:spPr>
          <a:xfrm>
            <a:off x="7734301" y="4528420"/>
            <a:ext cx="3276600" cy="166305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bg2">
                    <a:lumMod val="10000"/>
                  </a:schemeClr>
                </a:solidFill>
                <a:latin typeface="Segoe UI Semilight" panose="020B0402040204020203" pitchFamily="34" charset="0"/>
                <a:cs typeface="Segoe UI Semilight" panose="020B0402040204020203" pitchFamily="34" charset="0"/>
              </a:rPr>
              <a:t>Detection/remediation script after the first time you enroll into Intune. Even if you have no apps targeted to that device.</a:t>
            </a:r>
          </a:p>
        </p:txBody>
      </p:sp>
      <p:cxnSp>
        <p:nvCxnSpPr>
          <p:cNvPr id="12" name="Straight Arrow Connector 11">
            <a:extLst>
              <a:ext uri="{FF2B5EF4-FFF2-40B4-BE49-F238E27FC236}">
                <a16:creationId xmlns:a16="http://schemas.microsoft.com/office/drawing/2014/main" id="{146AE13D-11D6-2605-5DC0-C1F180CF94FF}"/>
              </a:ext>
            </a:extLst>
          </p:cNvPr>
          <p:cNvCxnSpPr>
            <a:cxnSpLocks/>
            <a:stCxn id="7" idx="2"/>
          </p:cNvCxnSpPr>
          <p:nvPr/>
        </p:nvCxnSpPr>
        <p:spPr>
          <a:xfrm flipH="1">
            <a:off x="2657475" y="3919537"/>
            <a:ext cx="1133473" cy="709613"/>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975DECA-014B-D470-E3F5-CEAD9E1B6E83}"/>
              </a:ext>
            </a:extLst>
          </p:cNvPr>
          <p:cNvCxnSpPr>
            <a:cxnSpLocks/>
          </p:cNvCxnSpPr>
          <p:nvPr/>
        </p:nvCxnSpPr>
        <p:spPr>
          <a:xfrm>
            <a:off x="3771902" y="3919537"/>
            <a:ext cx="895349" cy="795338"/>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29012DD3-1C67-5B4D-6CC0-B3D795F9F879}"/>
              </a:ext>
            </a:extLst>
          </p:cNvPr>
          <p:cNvCxnSpPr>
            <a:cxnSpLocks/>
          </p:cNvCxnSpPr>
          <p:nvPr/>
        </p:nvCxnSpPr>
        <p:spPr>
          <a:xfrm>
            <a:off x="9163051" y="3781432"/>
            <a:ext cx="0" cy="746988"/>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67AD3880-51AE-AFF8-803E-1409B42B1744}"/>
              </a:ext>
            </a:extLst>
          </p:cNvPr>
          <p:cNvSpPr/>
          <p:nvPr/>
        </p:nvSpPr>
        <p:spPr>
          <a:xfrm>
            <a:off x="4705411" y="1579290"/>
            <a:ext cx="2600325" cy="98107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2">
                    <a:lumMod val="10000"/>
                  </a:schemeClr>
                </a:solidFill>
                <a:latin typeface="Segoe UI Semilight" panose="020B0402040204020203" pitchFamily="34" charset="0"/>
                <a:cs typeface="Segoe UI Semilight" panose="020B0402040204020203" pitchFamily="34" charset="0"/>
              </a:rPr>
              <a:t>Managed Installer policy sync schedule</a:t>
            </a:r>
          </a:p>
        </p:txBody>
      </p:sp>
      <p:cxnSp>
        <p:nvCxnSpPr>
          <p:cNvPr id="16" name="Straight Arrow Connector 15">
            <a:extLst>
              <a:ext uri="{FF2B5EF4-FFF2-40B4-BE49-F238E27FC236}">
                <a16:creationId xmlns:a16="http://schemas.microsoft.com/office/drawing/2014/main" id="{0AD2954A-08DA-346B-18B9-89A969623C53}"/>
              </a:ext>
            </a:extLst>
          </p:cNvPr>
          <p:cNvCxnSpPr>
            <a:stCxn id="15" idx="2"/>
            <a:endCxn id="7" idx="3"/>
          </p:cNvCxnSpPr>
          <p:nvPr/>
        </p:nvCxnSpPr>
        <p:spPr>
          <a:xfrm flipH="1">
            <a:off x="5219698" y="2560365"/>
            <a:ext cx="785876" cy="868635"/>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898C3B6-2CEA-1FD6-57ED-90D6205D15AB}"/>
              </a:ext>
            </a:extLst>
          </p:cNvPr>
          <p:cNvCxnSpPr>
            <a:cxnSpLocks/>
          </p:cNvCxnSpPr>
          <p:nvPr/>
        </p:nvCxnSpPr>
        <p:spPr>
          <a:xfrm>
            <a:off x="6434138" y="2239255"/>
            <a:ext cx="1004888" cy="1122203"/>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7970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772C-FAC4-9827-8E8C-B02E53126A91}"/>
              </a:ext>
            </a:extLst>
          </p:cNvPr>
          <p:cNvSpPr>
            <a:spLocks noGrp="1"/>
          </p:cNvSpPr>
          <p:nvPr>
            <p:ph type="title"/>
          </p:nvPr>
        </p:nvSpPr>
        <p:spPr/>
        <p:txBody>
          <a:bodyPr/>
          <a:lstStyle/>
          <a:p>
            <a:r>
              <a:rPr lang="en-US" dirty="0"/>
              <a:t>Creating App Control for Business policies</a:t>
            </a:r>
            <a:endParaRPr lang="en-BE" dirty="0"/>
          </a:p>
        </p:txBody>
      </p:sp>
      <p:sp>
        <p:nvSpPr>
          <p:cNvPr id="3" name="Content Placeholder 2">
            <a:extLst>
              <a:ext uri="{FF2B5EF4-FFF2-40B4-BE49-F238E27FC236}">
                <a16:creationId xmlns:a16="http://schemas.microsoft.com/office/drawing/2014/main" id="{A8C96806-73C3-3F70-AD47-F6D56E4A2E8A}"/>
              </a:ext>
            </a:extLst>
          </p:cNvPr>
          <p:cNvSpPr>
            <a:spLocks noGrp="1"/>
          </p:cNvSpPr>
          <p:nvPr>
            <p:ph idx="1"/>
          </p:nvPr>
        </p:nvSpPr>
        <p:spPr/>
        <p:txBody>
          <a:bodyPr/>
          <a:lstStyle/>
          <a:p>
            <a:endParaRPr lang="en-BE" dirty="0"/>
          </a:p>
        </p:txBody>
      </p:sp>
      <p:sp>
        <p:nvSpPr>
          <p:cNvPr id="4" name="Slide Number Placeholder 3">
            <a:extLst>
              <a:ext uri="{FF2B5EF4-FFF2-40B4-BE49-F238E27FC236}">
                <a16:creationId xmlns:a16="http://schemas.microsoft.com/office/drawing/2014/main" id="{9187FF30-06AD-5883-5F58-EF0C0E2C6D00}"/>
              </a:ext>
            </a:extLst>
          </p:cNvPr>
          <p:cNvSpPr>
            <a:spLocks noGrp="1"/>
          </p:cNvSpPr>
          <p:nvPr>
            <p:ph type="sldNum" sz="quarter" idx="4"/>
          </p:nvPr>
        </p:nvSpPr>
        <p:spPr/>
        <p:txBody>
          <a:bodyPr/>
          <a:lstStyle/>
          <a:p>
            <a:fld id="{9F621982-67CF-4DE6-9B69-E7E59DF16CFA}" type="slidenum">
              <a:rPr lang="en-GB" smtClean="0"/>
              <a:pPr/>
              <a:t>14</a:t>
            </a:fld>
            <a:endParaRPr lang="en-GB" dirty="0"/>
          </a:p>
        </p:txBody>
      </p:sp>
      <p:grpSp>
        <p:nvGrpSpPr>
          <p:cNvPr id="11" name="Group 10">
            <a:extLst>
              <a:ext uri="{FF2B5EF4-FFF2-40B4-BE49-F238E27FC236}">
                <a16:creationId xmlns:a16="http://schemas.microsoft.com/office/drawing/2014/main" id="{6BE17F91-79D1-90A3-8DA8-AE6DB00FCF00}"/>
              </a:ext>
            </a:extLst>
          </p:cNvPr>
          <p:cNvGrpSpPr/>
          <p:nvPr/>
        </p:nvGrpSpPr>
        <p:grpSpPr>
          <a:xfrm>
            <a:off x="1435682" y="1840270"/>
            <a:ext cx="9320637" cy="4320000"/>
            <a:chOff x="1264236" y="1783120"/>
            <a:chExt cx="9320637" cy="4538000"/>
          </a:xfrm>
        </p:grpSpPr>
        <p:pic>
          <p:nvPicPr>
            <p:cNvPr id="5" name="Picture 4" descr="The Endpoint security page in the Intune admin center. The App Control for Business (Preview) page has been opened and the &quot;App Control for Business&quot; tab is selected. There is also a &quot;Managed installer&quot; tab. The &quot;Create Policy&quot; button is highlighted.">
              <a:extLst>
                <a:ext uri="{FF2B5EF4-FFF2-40B4-BE49-F238E27FC236}">
                  <a16:creationId xmlns:a16="http://schemas.microsoft.com/office/drawing/2014/main" id="{C931BC8A-B9A0-2460-B328-CE6067B3BF7C}"/>
                </a:ext>
              </a:extLst>
            </p:cNvPr>
            <p:cNvPicPr>
              <a:picLocks noChangeAspect="1"/>
            </p:cNvPicPr>
            <p:nvPr/>
          </p:nvPicPr>
          <p:blipFill>
            <a:blip r:embed="rId3"/>
            <a:stretch>
              <a:fillRect/>
            </a:stretch>
          </p:blipFill>
          <p:spPr>
            <a:xfrm>
              <a:off x="1330037" y="1783120"/>
              <a:ext cx="9254836" cy="4538000"/>
            </a:xfrm>
            <a:prstGeom prst="rect">
              <a:avLst/>
            </a:prstGeom>
            <a:effectLst>
              <a:outerShdw blurRad="63500" sx="102000" sy="102000" algn="ctr" rotWithShape="0">
                <a:prstClr val="black">
                  <a:alpha val="40000"/>
                </a:prstClr>
              </a:outerShdw>
            </a:effectLst>
          </p:spPr>
        </p:pic>
        <p:sp>
          <p:nvSpPr>
            <p:cNvPr id="6" name="Rectangle 5">
              <a:extLst>
                <a:ext uri="{FF2B5EF4-FFF2-40B4-BE49-F238E27FC236}">
                  <a16:creationId xmlns:a16="http://schemas.microsoft.com/office/drawing/2014/main" id="{18195BD3-12AD-EC0A-7FE9-2D7C57A36C9F}"/>
                </a:ext>
                <a:ext uri="{C183D7F6-B498-43B3-948B-1728B52AA6E4}">
                  <adec:decorative xmlns:adec="http://schemas.microsoft.com/office/drawing/2017/decorative" val="1"/>
                </a:ext>
              </a:extLst>
            </p:cNvPr>
            <p:cNvSpPr/>
            <p:nvPr/>
          </p:nvSpPr>
          <p:spPr bwMode="auto">
            <a:xfrm>
              <a:off x="1264236" y="5138047"/>
              <a:ext cx="1945308" cy="377937"/>
            </a:xfrm>
            <a:prstGeom prst="rect">
              <a:avLst/>
            </a:prstGeom>
            <a:noFill/>
            <a:ln w="3810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7" name="Rectangle 6">
              <a:extLst>
                <a:ext uri="{FF2B5EF4-FFF2-40B4-BE49-F238E27FC236}">
                  <a16:creationId xmlns:a16="http://schemas.microsoft.com/office/drawing/2014/main" id="{12DA85A4-85BE-5A77-13A9-62D044C57D1D}"/>
                </a:ext>
                <a:ext uri="{C183D7F6-B498-43B3-948B-1728B52AA6E4}">
                  <adec:decorative xmlns:adec="http://schemas.microsoft.com/office/drawing/2017/decorative" val="1"/>
                </a:ext>
              </a:extLst>
            </p:cNvPr>
            <p:cNvSpPr/>
            <p:nvPr/>
          </p:nvSpPr>
          <p:spPr bwMode="auto">
            <a:xfrm>
              <a:off x="3306506" y="3429000"/>
              <a:ext cx="741238" cy="377937"/>
            </a:xfrm>
            <a:prstGeom prst="rect">
              <a:avLst/>
            </a:prstGeom>
            <a:noFill/>
            <a:ln w="3810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8" name="Rectangle 7">
              <a:extLst>
                <a:ext uri="{FF2B5EF4-FFF2-40B4-BE49-F238E27FC236}">
                  <a16:creationId xmlns:a16="http://schemas.microsoft.com/office/drawing/2014/main" id="{B05C3B39-41A9-FAF5-0DC7-6460B983125F}"/>
                </a:ext>
                <a:ext uri="{C183D7F6-B498-43B3-948B-1728B52AA6E4}">
                  <adec:decorative xmlns:adec="http://schemas.microsoft.com/office/drawing/2017/decorative" val="1"/>
                </a:ext>
              </a:extLst>
            </p:cNvPr>
            <p:cNvSpPr/>
            <p:nvPr/>
          </p:nvSpPr>
          <p:spPr bwMode="auto">
            <a:xfrm>
              <a:off x="3113469" y="2339983"/>
              <a:ext cx="1376235" cy="377937"/>
            </a:xfrm>
            <a:prstGeom prst="rect">
              <a:avLst/>
            </a:prstGeom>
            <a:noFill/>
            <a:ln w="3810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cxnSp>
          <p:nvCxnSpPr>
            <p:cNvPr id="9" name="Straight Arrow Connector 8">
              <a:extLst>
                <a:ext uri="{FF2B5EF4-FFF2-40B4-BE49-F238E27FC236}">
                  <a16:creationId xmlns:a16="http://schemas.microsoft.com/office/drawing/2014/main" id="{4AF02C35-62A6-A51F-0D3B-523D6451A9C9}"/>
                </a:ext>
                <a:ext uri="{C183D7F6-B498-43B3-948B-1728B52AA6E4}">
                  <adec:decorative xmlns:adec="http://schemas.microsoft.com/office/drawing/2017/decorative" val="1"/>
                </a:ext>
              </a:extLst>
            </p:cNvPr>
            <p:cNvCxnSpPr/>
            <p:nvPr/>
          </p:nvCxnSpPr>
          <p:spPr>
            <a:xfrm flipV="1">
              <a:off x="2386584" y="2935224"/>
              <a:ext cx="822960" cy="2011680"/>
            </a:xfrm>
            <a:prstGeom prst="straightConnector1">
              <a:avLst/>
            </a:prstGeom>
            <a:ln w="28575">
              <a:solidFill>
                <a:srgbClr val="FF0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B5A6B2B-3848-5924-ABB7-88190AB2365E}"/>
                </a:ext>
                <a:ext uri="{C183D7F6-B498-43B3-948B-1728B52AA6E4}">
                  <adec:decorative xmlns:adec="http://schemas.microsoft.com/office/drawing/2017/decorative" val="1"/>
                </a:ext>
              </a:extLst>
            </p:cNvPr>
            <p:cNvCxnSpPr>
              <a:cxnSpLocks/>
            </p:cNvCxnSpPr>
            <p:nvPr/>
          </p:nvCxnSpPr>
          <p:spPr>
            <a:xfrm>
              <a:off x="3685032" y="2788920"/>
              <a:ext cx="0" cy="524241"/>
            </a:xfrm>
            <a:prstGeom prst="straightConnector1">
              <a:avLst/>
            </a:prstGeom>
            <a:ln w="28575">
              <a:solidFill>
                <a:srgbClr val="FF0000"/>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18118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1F484-7DCB-A847-916D-56C0A2FC7542}"/>
              </a:ext>
            </a:extLst>
          </p:cNvPr>
          <p:cNvSpPr>
            <a:spLocks noGrp="1"/>
          </p:cNvSpPr>
          <p:nvPr>
            <p:ph type="title"/>
          </p:nvPr>
        </p:nvSpPr>
        <p:spPr/>
        <p:txBody>
          <a:bodyPr/>
          <a:lstStyle/>
          <a:p>
            <a:r>
              <a:rPr lang="en-US" dirty="0"/>
              <a:t>Getting started with App Control for Business policies</a:t>
            </a:r>
            <a:endParaRPr lang="en-BE" dirty="0"/>
          </a:p>
        </p:txBody>
      </p:sp>
      <p:sp>
        <p:nvSpPr>
          <p:cNvPr id="8" name="Content Placeholder 7">
            <a:extLst>
              <a:ext uri="{FF2B5EF4-FFF2-40B4-BE49-F238E27FC236}">
                <a16:creationId xmlns:a16="http://schemas.microsoft.com/office/drawing/2014/main" id="{156DF5AB-36CB-4D52-96CF-078AA1D9A588}"/>
              </a:ext>
            </a:extLst>
          </p:cNvPr>
          <p:cNvSpPr>
            <a:spLocks noGrp="1"/>
          </p:cNvSpPr>
          <p:nvPr>
            <p:ph sz="half" idx="1"/>
          </p:nvPr>
        </p:nvSpPr>
        <p:spPr/>
        <p:txBody>
          <a:bodyPr/>
          <a:lstStyle/>
          <a:p>
            <a:pPr marL="0" indent="0">
              <a:buNone/>
            </a:pPr>
            <a:r>
              <a:rPr lang="en-US" dirty="0"/>
              <a:t>Using built-in controls</a:t>
            </a:r>
          </a:p>
          <a:p>
            <a:r>
              <a:rPr lang="en-US" dirty="0"/>
              <a:t>Enable trust of Windows components and store apps</a:t>
            </a:r>
          </a:p>
          <a:p>
            <a:r>
              <a:rPr lang="en-US" dirty="0"/>
              <a:t>Trust apps with a good reputation</a:t>
            </a:r>
          </a:p>
          <a:p>
            <a:r>
              <a:rPr lang="en-US" dirty="0"/>
              <a:t>Trust apps from </a:t>
            </a:r>
            <a:r>
              <a:rPr lang="en-US" b="1" dirty="0"/>
              <a:t>managed installers</a:t>
            </a:r>
            <a:endParaRPr lang="en-BE" dirty="0"/>
          </a:p>
        </p:txBody>
      </p:sp>
      <p:sp>
        <p:nvSpPr>
          <p:cNvPr id="9" name="Content Placeholder 8">
            <a:extLst>
              <a:ext uri="{FF2B5EF4-FFF2-40B4-BE49-F238E27FC236}">
                <a16:creationId xmlns:a16="http://schemas.microsoft.com/office/drawing/2014/main" id="{17018764-1848-D43C-885F-C3B3FB8ABBE4}"/>
              </a:ext>
            </a:extLst>
          </p:cNvPr>
          <p:cNvSpPr>
            <a:spLocks noGrp="1"/>
          </p:cNvSpPr>
          <p:nvPr>
            <p:ph sz="half" idx="2"/>
          </p:nvPr>
        </p:nvSpPr>
        <p:spPr/>
        <p:txBody>
          <a:bodyPr/>
          <a:lstStyle/>
          <a:p>
            <a:pPr marL="0" indent="0">
              <a:buNone/>
            </a:pPr>
            <a:r>
              <a:rPr lang="en-US" dirty="0"/>
              <a:t>Enter xml data</a:t>
            </a:r>
          </a:p>
          <a:p>
            <a:r>
              <a:rPr lang="en-US" dirty="0"/>
              <a:t>For custom properties definition</a:t>
            </a:r>
          </a:p>
          <a:p>
            <a:r>
              <a:rPr lang="en-US" dirty="0"/>
              <a:t>Use built-in controls for easy configuration</a:t>
            </a:r>
          </a:p>
          <a:p>
            <a:pPr lvl="1"/>
            <a:r>
              <a:rPr lang="en-US" dirty="0"/>
              <a:t>App Control Wizard!</a:t>
            </a:r>
          </a:p>
          <a:p>
            <a:endParaRPr lang="en-US" dirty="0"/>
          </a:p>
          <a:p>
            <a:pPr marL="0" indent="0">
              <a:buNone/>
            </a:pPr>
            <a:endParaRPr lang="en-BE" dirty="0"/>
          </a:p>
        </p:txBody>
      </p:sp>
      <p:sp>
        <p:nvSpPr>
          <p:cNvPr id="4" name="Slide Number Placeholder 3">
            <a:extLst>
              <a:ext uri="{FF2B5EF4-FFF2-40B4-BE49-F238E27FC236}">
                <a16:creationId xmlns:a16="http://schemas.microsoft.com/office/drawing/2014/main" id="{5F3B2155-E446-6AB0-43EC-846F4F6B85D1}"/>
              </a:ext>
            </a:extLst>
          </p:cNvPr>
          <p:cNvSpPr>
            <a:spLocks noGrp="1"/>
          </p:cNvSpPr>
          <p:nvPr>
            <p:ph type="sldNum" sz="quarter" idx="4"/>
          </p:nvPr>
        </p:nvSpPr>
        <p:spPr/>
        <p:txBody>
          <a:bodyPr/>
          <a:lstStyle/>
          <a:p>
            <a:fld id="{9F621982-67CF-4DE6-9B69-E7E59DF16CFA}" type="slidenum">
              <a:rPr lang="en-GB" smtClean="0"/>
              <a:pPr/>
              <a:t>15</a:t>
            </a:fld>
            <a:endParaRPr lang="en-GB" dirty="0"/>
          </a:p>
        </p:txBody>
      </p:sp>
    </p:spTree>
    <p:extLst>
      <p:ext uri="{BB962C8B-B14F-4D97-AF65-F5344CB8AC3E}">
        <p14:creationId xmlns:p14="http://schemas.microsoft.com/office/powerpoint/2010/main" val="3014121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51EAF-6CD0-4DDD-3868-DE11EC3261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07E1B-75A4-C10A-2968-93AA70184036}"/>
              </a:ext>
            </a:extLst>
          </p:cNvPr>
          <p:cNvSpPr>
            <a:spLocks noGrp="1"/>
          </p:cNvSpPr>
          <p:nvPr>
            <p:ph type="title"/>
          </p:nvPr>
        </p:nvSpPr>
        <p:spPr>
          <a:xfrm>
            <a:off x="838200" y="365125"/>
            <a:ext cx="10515600" cy="1325563"/>
          </a:xfrm>
        </p:spPr>
        <p:txBody>
          <a:bodyPr anchor="ctr">
            <a:normAutofit/>
          </a:bodyPr>
          <a:lstStyle/>
          <a:p>
            <a:r>
              <a:rPr lang="en-US" dirty="0"/>
              <a:t>Getting started with App Control for Business policies</a:t>
            </a:r>
            <a:endParaRPr lang="en-BE" dirty="0"/>
          </a:p>
        </p:txBody>
      </p:sp>
      <p:pic>
        <p:nvPicPr>
          <p:cNvPr id="6" name="Picture 5" descr="The Configuration settings tab when editing an App Control policy. The Configuration settings format option is expanded showing &quot;Enter xml data&quot; and &quot;Use built-in controls&quot; as options. The built-in controls are shown underneath with &quot;Enable App Control for Business policy to trust Windows components and Store apps&quot; set to Enforce, and &quot;Select additional rules for trusting apps&quot; set to 2 selected.">
            <a:extLst>
              <a:ext uri="{FF2B5EF4-FFF2-40B4-BE49-F238E27FC236}">
                <a16:creationId xmlns:a16="http://schemas.microsoft.com/office/drawing/2014/main" id="{A6839E51-64EA-8F86-9C1E-5281EEEC6FCA}"/>
              </a:ext>
            </a:extLst>
          </p:cNvPr>
          <p:cNvPicPr>
            <a:picLocks noChangeAspect="1"/>
          </p:cNvPicPr>
          <p:nvPr/>
        </p:nvPicPr>
        <p:blipFill>
          <a:blip r:embed="rId2"/>
          <a:stretch>
            <a:fillRect/>
          </a:stretch>
        </p:blipFill>
        <p:spPr>
          <a:xfrm>
            <a:off x="2761641" y="1825625"/>
            <a:ext cx="6668717" cy="4351338"/>
          </a:xfrm>
          <a:prstGeom prst="rect">
            <a:avLst/>
          </a:prstGeom>
          <a:noFill/>
          <a:ln>
            <a:solidFill>
              <a:schemeClr val="accent1"/>
            </a:solidFill>
          </a:ln>
          <a:effectLst>
            <a:outerShdw blurRad="63500" sx="102000" sy="102000" algn="ctr" rotWithShape="0">
              <a:prstClr val="black">
                <a:alpha val="40000"/>
              </a:prstClr>
            </a:outerShdw>
          </a:effectLst>
        </p:spPr>
      </p:pic>
      <p:sp>
        <p:nvSpPr>
          <p:cNvPr id="4" name="Slide Number Placeholder 3">
            <a:extLst>
              <a:ext uri="{FF2B5EF4-FFF2-40B4-BE49-F238E27FC236}">
                <a16:creationId xmlns:a16="http://schemas.microsoft.com/office/drawing/2014/main" id="{E94E9447-E96E-47DD-764C-03C2601DB25E}"/>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16</a:t>
            </a:fld>
            <a:endParaRPr lang="en-GB"/>
          </a:p>
        </p:txBody>
      </p:sp>
    </p:spTree>
    <p:extLst>
      <p:ext uri="{BB962C8B-B14F-4D97-AF65-F5344CB8AC3E}">
        <p14:creationId xmlns:p14="http://schemas.microsoft.com/office/powerpoint/2010/main" val="1087201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EBAF4-A47C-52DF-DC27-7479ECEBC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FC0B3-957A-391C-2C3F-1A98C408F0AE}"/>
              </a:ext>
            </a:extLst>
          </p:cNvPr>
          <p:cNvSpPr>
            <a:spLocks noGrp="1"/>
          </p:cNvSpPr>
          <p:nvPr>
            <p:ph type="title"/>
          </p:nvPr>
        </p:nvSpPr>
        <p:spPr>
          <a:xfrm>
            <a:off x="838200" y="365125"/>
            <a:ext cx="10515600" cy="1325563"/>
          </a:xfrm>
        </p:spPr>
        <p:txBody>
          <a:bodyPr anchor="ctr">
            <a:normAutofit/>
          </a:bodyPr>
          <a:lstStyle/>
          <a:p>
            <a:r>
              <a:rPr lang="en-US" dirty="0"/>
              <a:t>Getting started with App Control for Business policies</a:t>
            </a:r>
            <a:endParaRPr lang="en-BE" dirty="0"/>
          </a:p>
        </p:txBody>
      </p:sp>
      <p:pic>
        <p:nvPicPr>
          <p:cNvPr id="6" name="Content Placeholder 5" descr="A screenshot of a computer&#10;&#10;AI-generated content may be incorrect.">
            <a:extLst>
              <a:ext uri="{FF2B5EF4-FFF2-40B4-BE49-F238E27FC236}">
                <a16:creationId xmlns:a16="http://schemas.microsoft.com/office/drawing/2014/main" id="{B4455499-3B8A-5DA9-3522-31C763C959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22869" y="1825625"/>
            <a:ext cx="6746262" cy="4351338"/>
          </a:xfrm>
          <a:noFill/>
        </p:spPr>
      </p:pic>
      <p:sp>
        <p:nvSpPr>
          <p:cNvPr id="4" name="Slide Number Placeholder 3">
            <a:extLst>
              <a:ext uri="{FF2B5EF4-FFF2-40B4-BE49-F238E27FC236}">
                <a16:creationId xmlns:a16="http://schemas.microsoft.com/office/drawing/2014/main" id="{4AB495C0-39E7-043F-D7EC-78497D246E39}"/>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17</a:t>
            </a:fld>
            <a:endParaRPr lang="en-GB"/>
          </a:p>
        </p:txBody>
      </p:sp>
    </p:spTree>
    <p:extLst>
      <p:ext uri="{BB962C8B-B14F-4D97-AF65-F5344CB8AC3E}">
        <p14:creationId xmlns:p14="http://schemas.microsoft.com/office/powerpoint/2010/main" val="525110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ADF29-6B81-51A3-9F6D-59BF7A7F0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BC9777-EDEC-E4B3-EA03-B9AEC4FD0D74}"/>
              </a:ext>
            </a:extLst>
          </p:cNvPr>
          <p:cNvSpPr>
            <a:spLocks noGrp="1"/>
          </p:cNvSpPr>
          <p:nvPr>
            <p:ph type="title"/>
          </p:nvPr>
        </p:nvSpPr>
        <p:spPr>
          <a:xfrm>
            <a:off x="838200" y="365125"/>
            <a:ext cx="10515600" cy="1325563"/>
          </a:xfrm>
        </p:spPr>
        <p:txBody>
          <a:bodyPr anchor="ctr">
            <a:normAutofit/>
          </a:bodyPr>
          <a:lstStyle/>
          <a:p>
            <a:r>
              <a:rPr lang="en-US" dirty="0"/>
              <a:t>Getting started with App Control for Business policies</a:t>
            </a:r>
            <a:endParaRPr lang="en-BE" dirty="0"/>
          </a:p>
        </p:txBody>
      </p:sp>
      <p:pic>
        <p:nvPicPr>
          <p:cNvPr id="7" name="Picture 6">
            <a:extLst>
              <a:ext uri="{FF2B5EF4-FFF2-40B4-BE49-F238E27FC236}">
                <a16:creationId xmlns:a16="http://schemas.microsoft.com/office/drawing/2014/main" id="{83D30865-208D-454A-3DAC-911E5300B64B}"/>
              </a:ext>
            </a:extLst>
          </p:cNvPr>
          <p:cNvPicPr>
            <a:picLocks noChangeAspect="1"/>
          </p:cNvPicPr>
          <p:nvPr/>
        </p:nvPicPr>
        <p:blipFill>
          <a:blip r:embed="rId2"/>
          <a:stretch>
            <a:fillRect/>
          </a:stretch>
        </p:blipFill>
        <p:spPr>
          <a:xfrm>
            <a:off x="2392734" y="1825625"/>
            <a:ext cx="7406532" cy="4351338"/>
          </a:xfrm>
          <a:prstGeom prst="rect">
            <a:avLst/>
          </a:prstGeom>
          <a:noFill/>
        </p:spPr>
      </p:pic>
      <p:sp>
        <p:nvSpPr>
          <p:cNvPr id="4" name="Slide Number Placeholder 3">
            <a:extLst>
              <a:ext uri="{FF2B5EF4-FFF2-40B4-BE49-F238E27FC236}">
                <a16:creationId xmlns:a16="http://schemas.microsoft.com/office/drawing/2014/main" id="{B8C23CDC-EE7B-AD1D-CE06-1292EB1B4402}"/>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18</a:t>
            </a:fld>
            <a:endParaRPr lang="en-GB"/>
          </a:p>
        </p:txBody>
      </p:sp>
    </p:spTree>
    <p:extLst>
      <p:ext uri="{BB962C8B-B14F-4D97-AF65-F5344CB8AC3E}">
        <p14:creationId xmlns:p14="http://schemas.microsoft.com/office/powerpoint/2010/main" val="2660855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AAF7D-C2A7-67E3-6841-53BA94CA8B42}"/>
              </a:ext>
            </a:extLst>
          </p:cNvPr>
          <p:cNvSpPr>
            <a:spLocks noGrp="1"/>
          </p:cNvSpPr>
          <p:nvPr>
            <p:ph type="title"/>
          </p:nvPr>
        </p:nvSpPr>
        <p:spPr>
          <a:xfrm>
            <a:off x="838200" y="365125"/>
            <a:ext cx="10515600" cy="1325563"/>
          </a:xfrm>
        </p:spPr>
        <p:txBody>
          <a:bodyPr anchor="ctr">
            <a:normAutofit/>
          </a:bodyPr>
          <a:lstStyle/>
          <a:p>
            <a:r>
              <a:rPr lang="en-US" dirty="0"/>
              <a:t>Creating the XML</a:t>
            </a:r>
            <a:endParaRPr lang="en-BE" dirty="0"/>
          </a:p>
        </p:txBody>
      </p:sp>
      <p:pic>
        <p:nvPicPr>
          <p:cNvPr id="5" name="Picture 4">
            <a:extLst>
              <a:ext uri="{FF2B5EF4-FFF2-40B4-BE49-F238E27FC236}">
                <a16:creationId xmlns:a16="http://schemas.microsoft.com/office/drawing/2014/main" id="{1D2991BB-F69F-5221-25D6-5BAFA5A35BD7}"/>
              </a:ext>
            </a:extLst>
          </p:cNvPr>
          <p:cNvPicPr>
            <a:picLocks noChangeAspect="1"/>
          </p:cNvPicPr>
          <p:nvPr/>
        </p:nvPicPr>
        <p:blipFill>
          <a:blip r:embed="rId2"/>
          <a:stretch>
            <a:fillRect/>
          </a:stretch>
        </p:blipFill>
        <p:spPr>
          <a:xfrm>
            <a:off x="3566152" y="1825625"/>
            <a:ext cx="5059696" cy="4351338"/>
          </a:xfrm>
          <a:prstGeom prst="rect">
            <a:avLst/>
          </a:prstGeom>
          <a:noFill/>
        </p:spPr>
      </p:pic>
      <p:sp>
        <p:nvSpPr>
          <p:cNvPr id="4" name="Slide Number Placeholder 3">
            <a:extLst>
              <a:ext uri="{FF2B5EF4-FFF2-40B4-BE49-F238E27FC236}">
                <a16:creationId xmlns:a16="http://schemas.microsoft.com/office/drawing/2014/main" id="{5A6E04D1-0CDF-C42F-7DE1-D61C650316D6}"/>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19</a:t>
            </a:fld>
            <a:endParaRPr lang="en-GB"/>
          </a:p>
        </p:txBody>
      </p:sp>
    </p:spTree>
    <p:extLst>
      <p:ext uri="{BB962C8B-B14F-4D97-AF65-F5344CB8AC3E}">
        <p14:creationId xmlns:p14="http://schemas.microsoft.com/office/powerpoint/2010/main" val="2052208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0FA6E-0DEF-26B1-0060-CCA27396D51D}"/>
              </a:ext>
            </a:extLst>
          </p:cNvPr>
          <p:cNvSpPr>
            <a:spLocks noGrp="1"/>
          </p:cNvSpPr>
          <p:nvPr>
            <p:ph type="title"/>
          </p:nvPr>
        </p:nvSpPr>
        <p:spPr>
          <a:xfrm>
            <a:off x="838200" y="365125"/>
            <a:ext cx="10515600" cy="1325563"/>
          </a:xfrm>
        </p:spPr>
        <p:txBody>
          <a:bodyPr anchor="ctr">
            <a:normAutofit/>
          </a:bodyPr>
          <a:lstStyle/>
          <a:p>
            <a:r>
              <a:rPr lang="en-US" dirty="0"/>
              <a:t>App Control Policy Wizard</a:t>
            </a:r>
            <a:endParaRPr lang="en-BE" dirty="0"/>
          </a:p>
        </p:txBody>
      </p:sp>
      <p:pic>
        <p:nvPicPr>
          <p:cNvPr id="7" name="Picture 6">
            <a:extLst>
              <a:ext uri="{FF2B5EF4-FFF2-40B4-BE49-F238E27FC236}">
                <a16:creationId xmlns:a16="http://schemas.microsoft.com/office/drawing/2014/main" id="{B4BA6782-1865-A8C1-5A40-B695C597F119}"/>
              </a:ext>
            </a:extLst>
          </p:cNvPr>
          <p:cNvPicPr>
            <a:picLocks noChangeAspect="1"/>
          </p:cNvPicPr>
          <p:nvPr/>
        </p:nvPicPr>
        <p:blipFill>
          <a:blip r:embed="rId3"/>
          <a:srcRect b="19459"/>
          <a:stretch>
            <a:fillRect/>
          </a:stretch>
        </p:blipFill>
        <p:spPr>
          <a:xfrm>
            <a:off x="838200" y="2318008"/>
            <a:ext cx="10515600" cy="3366572"/>
          </a:xfrm>
          <a:prstGeom prst="rect">
            <a:avLst/>
          </a:prstGeom>
          <a:noFill/>
        </p:spPr>
      </p:pic>
      <p:sp>
        <p:nvSpPr>
          <p:cNvPr id="4" name="Slide Number Placeholder 3">
            <a:extLst>
              <a:ext uri="{FF2B5EF4-FFF2-40B4-BE49-F238E27FC236}">
                <a16:creationId xmlns:a16="http://schemas.microsoft.com/office/drawing/2014/main" id="{13E5D0C0-F75A-6BD6-74E2-2FAEF87D1E65}"/>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20</a:t>
            </a:fld>
            <a:endParaRPr lang="en-GB"/>
          </a:p>
        </p:txBody>
      </p:sp>
    </p:spTree>
    <p:extLst>
      <p:ext uri="{BB962C8B-B14F-4D97-AF65-F5344CB8AC3E}">
        <p14:creationId xmlns:p14="http://schemas.microsoft.com/office/powerpoint/2010/main" val="3514400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734D072-95AD-6F01-AC12-6D911B34FF4C}"/>
              </a:ext>
            </a:extLst>
          </p:cNvPr>
          <p:cNvSpPr>
            <a:spLocks noGrp="1"/>
          </p:cNvSpPr>
          <p:nvPr>
            <p:ph type="title"/>
          </p:nvPr>
        </p:nvSpPr>
        <p:spPr>
          <a:xfrm>
            <a:off x="838200" y="365125"/>
            <a:ext cx="10515600" cy="1325563"/>
          </a:xfrm>
        </p:spPr>
        <p:txBody>
          <a:bodyPr/>
          <a:lstStyle/>
          <a:p>
            <a:r>
              <a:rPr lang="en-US" dirty="0"/>
              <a:t>Creating a Base Policy</a:t>
            </a:r>
          </a:p>
        </p:txBody>
      </p:sp>
      <p:pic>
        <p:nvPicPr>
          <p:cNvPr id="6" name="Content Placeholder 5" descr="A screenshot of a computer&#10;&#10;AI-generated content may be incorrect.">
            <a:extLst>
              <a:ext uri="{FF2B5EF4-FFF2-40B4-BE49-F238E27FC236}">
                <a16:creationId xmlns:a16="http://schemas.microsoft.com/office/drawing/2014/main" id="{4B041B29-216A-EFE2-5EDE-4EADFF599F9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69884" y="1825625"/>
            <a:ext cx="7252232" cy="4351338"/>
          </a:xfrm>
          <a:noFill/>
        </p:spPr>
      </p:pic>
      <p:sp>
        <p:nvSpPr>
          <p:cNvPr id="4" name="Slide Number Placeholder 3">
            <a:extLst>
              <a:ext uri="{FF2B5EF4-FFF2-40B4-BE49-F238E27FC236}">
                <a16:creationId xmlns:a16="http://schemas.microsoft.com/office/drawing/2014/main" id="{E91E4107-F70A-60E5-364E-14229D685769}"/>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21</a:t>
            </a:fld>
            <a:endParaRPr lang="en-GB"/>
          </a:p>
        </p:txBody>
      </p:sp>
    </p:spTree>
    <p:extLst>
      <p:ext uri="{BB962C8B-B14F-4D97-AF65-F5344CB8AC3E}">
        <p14:creationId xmlns:p14="http://schemas.microsoft.com/office/powerpoint/2010/main" val="3389464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F3F1D-F611-636A-20E8-4B38D9F8BFE3}"/>
              </a:ext>
            </a:extLst>
          </p:cNvPr>
          <p:cNvSpPr>
            <a:spLocks noGrp="1"/>
          </p:cNvSpPr>
          <p:nvPr>
            <p:ph type="title"/>
          </p:nvPr>
        </p:nvSpPr>
        <p:spPr/>
        <p:txBody>
          <a:bodyPr/>
          <a:lstStyle/>
          <a:p>
            <a:endParaRPr lang="en-BE"/>
          </a:p>
        </p:txBody>
      </p:sp>
      <p:pic>
        <p:nvPicPr>
          <p:cNvPr id="6" name="Content Placeholder 5" descr="A screenshot of a computer&#10;&#10;AI-generated content may be incorrect.">
            <a:extLst>
              <a:ext uri="{FF2B5EF4-FFF2-40B4-BE49-F238E27FC236}">
                <a16:creationId xmlns:a16="http://schemas.microsoft.com/office/drawing/2014/main" id="{72300958-C9DF-9FFF-FFAE-125483F171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69885" y="1825625"/>
            <a:ext cx="7252229" cy="4351338"/>
          </a:xfrm>
        </p:spPr>
      </p:pic>
      <p:sp>
        <p:nvSpPr>
          <p:cNvPr id="4" name="Slide Number Placeholder 3">
            <a:extLst>
              <a:ext uri="{FF2B5EF4-FFF2-40B4-BE49-F238E27FC236}">
                <a16:creationId xmlns:a16="http://schemas.microsoft.com/office/drawing/2014/main" id="{7B70508F-9DF8-AF68-0069-69C2171914EA}"/>
              </a:ext>
            </a:extLst>
          </p:cNvPr>
          <p:cNvSpPr>
            <a:spLocks noGrp="1"/>
          </p:cNvSpPr>
          <p:nvPr>
            <p:ph type="sldNum" sz="quarter" idx="4"/>
          </p:nvPr>
        </p:nvSpPr>
        <p:spPr/>
        <p:txBody>
          <a:bodyPr/>
          <a:lstStyle/>
          <a:p>
            <a:fld id="{9F621982-67CF-4DE6-9B69-E7E59DF16CFA}" type="slidenum">
              <a:rPr lang="en-GB" smtClean="0"/>
              <a:pPr/>
              <a:t>22</a:t>
            </a:fld>
            <a:endParaRPr lang="en-GB" dirty="0"/>
          </a:p>
        </p:txBody>
      </p:sp>
    </p:spTree>
    <p:extLst>
      <p:ext uri="{BB962C8B-B14F-4D97-AF65-F5344CB8AC3E}">
        <p14:creationId xmlns:p14="http://schemas.microsoft.com/office/powerpoint/2010/main" val="3473257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064EC-4B86-153E-7345-9793EA112B2F}"/>
              </a:ext>
            </a:extLst>
          </p:cNvPr>
          <p:cNvSpPr>
            <a:spLocks noGrp="1"/>
          </p:cNvSpPr>
          <p:nvPr>
            <p:ph type="title"/>
          </p:nvPr>
        </p:nvSpPr>
        <p:spPr/>
        <p:txBody>
          <a:bodyPr/>
          <a:lstStyle/>
          <a:p>
            <a:endParaRPr lang="en-BE"/>
          </a:p>
        </p:txBody>
      </p:sp>
      <p:pic>
        <p:nvPicPr>
          <p:cNvPr id="6" name="Content Placeholder 5" descr="A screenshot of a computer&#10;&#10;AI-generated content may be incorrect.">
            <a:extLst>
              <a:ext uri="{FF2B5EF4-FFF2-40B4-BE49-F238E27FC236}">
                <a16:creationId xmlns:a16="http://schemas.microsoft.com/office/drawing/2014/main" id="{49779426-F443-8C11-CE09-9FA94E4505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68255" y="1825625"/>
            <a:ext cx="7255489" cy="4351338"/>
          </a:xfrm>
        </p:spPr>
      </p:pic>
      <p:sp>
        <p:nvSpPr>
          <p:cNvPr id="4" name="Slide Number Placeholder 3">
            <a:extLst>
              <a:ext uri="{FF2B5EF4-FFF2-40B4-BE49-F238E27FC236}">
                <a16:creationId xmlns:a16="http://schemas.microsoft.com/office/drawing/2014/main" id="{820EDD5C-C5FA-68D6-674E-750A4FC796C1}"/>
              </a:ext>
            </a:extLst>
          </p:cNvPr>
          <p:cNvSpPr>
            <a:spLocks noGrp="1"/>
          </p:cNvSpPr>
          <p:nvPr>
            <p:ph type="sldNum" sz="quarter" idx="4"/>
          </p:nvPr>
        </p:nvSpPr>
        <p:spPr/>
        <p:txBody>
          <a:bodyPr/>
          <a:lstStyle/>
          <a:p>
            <a:fld id="{9F621982-67CF-4DE6-9B69-E7E59DF16CFA}" type="slidenum">
              <a:rPr lang="en-GB" smtClean="0"/>
              <a:pPr/>
              <a:t>23</a:t>
            </a:fld>
            <a:endParaRPr lang="en-GB" dirty="0"/>
          </a:p>
        </p:txBody>
      </p:sp>
    </p:spTree>
    <p:extLst>
      <p:ext uri="{BB962C8B-B14F-4D97-AF65-F5344CB8AC3E}">
        <p14:creationId xmlns:p14="http://schemas.microsoft.com/office/powerpoint/2010/main" val="320502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4E82-2225-8818-4087-099560E06A86}"/>
              </a:ext>
            </a:extLst>
          </p:cNvPr>
          <p:cNvSpPr>
            <a:spLocks noGrp="1"/>
          </p:cNvSpPr>
          <p:nvPr>
            <p:ph type="title"/>
          </p:nvPr>
        </p:nvSpPr>
        <p:spPr/>
        <p:txBody>
          <a:bodyPr/>
          <a:lstStyle/>
          <a:p>
            <a:r>
              <a:rPr lang="en-US" dirty="0"/>
              <a:t>Using a supplemental policy</a:t>
            </a:r>
            <a:endParaRPr lang="en-BE" dirty="0"/>
          </a:p>
        </p:txBody>
      </p:sp>
      <p:sp>
        <p:nvSpPr>
          <p:cNvPr id="4" name="Slide Number Placeholder 3">
            <a:extLst>
              <a:ext uri="{FF2B5EF4-FFF2-40B4-BE49-F238E27FC236}">
                <a16:creationId xmlns:a16="http://schemas.microsoft.com/office/drawing/2014/main" id="{A3BD2B6B-2A3B-15A1-748A-C1209563ECCB}"/>
              </a:ext>
            </a:extLst>
          </p:cNvPr>
          <p:cNvSpPr>
            <a:spLocks noGrp="1"/>
          </p:cNvSpPr>
          <p:nvPr>
            <p:ph type="sldNum" sz="quarter" idx="4"/>
          </p:nvPr>
        </p:nvSpPr>
        <p:spPr/>
        <p:txBody>
          <a:bodyPr/>
          <a:lstStyle/>
          <a:p>
            <a:fld id="{9F621982-67CF-4DE6-9B69-E7E59DF16CFA}" type="slidenum">
              <a:rPr lang="en-GB" smtClean="0"/>
              <a:pPr/>
              <a:t>24</a:t>
            </a:fld>
            <a:endParaRPr lang="en-GB" dirty="0"/>
          </a:p>
        </p:txBody>
      </p:sp>
      <p:graphicFrame>
        <p:nvGraphicFramePr>
          <p:cNvPr id="5" name="Content Placeholder 2" descr="Summary of supplemental policies">
            <a:extLst>
              <a:ext uri="{FF2B5EF4-FFF2-40B4-BE49-F238E27FC236}">
                <a16:creationId xmlns:a16="http://schemas.microsoft.com/office/drawing/2014/main" id="{1B72C5E9-08E3-9B4A-2AD2-780393B23CAB}"/>
              </a:ext>
              <a:ext uri="{C183D7F6-B498-43B3-948B-1728B52AA6E4}">
                <adec:decorative xmlns:adec="http://schemas.microsoft.com/office/drawing/2017/decorative" val="0"/>
              </a:ext>
            </a:extLst>
          </p:cNvPr>
          <p:cNvGraphicFramePr>
            <a:graphicFrameLocks noGrp="1"/>
          </p:cNvGraphicFramePr>
          <p:nvPr>
            <p:ph idx="1"/>
            <p:extLst>
              <p:ext uri="{D42A27DB-BD31-4B8C-83A1-F6EECF244321}">
                <p14:modId xmlns:p14="http://schemas.microsoft.com/office/powerpoint/2010/main" val="270215377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97755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1DC4B-59A9-6941-87F2-E0D3AE8357B8}"/>
              </a:ext>
            </a:extLst>
          </p:cNvPr>
          <p:cNvSpPr>
            <a:spLocks noGrp="1"/>
          </p:cNvSpPr>
          <p:nvPr>
            <p:ph type="title"/>
          </p:nvPr>
        </p:nvSpPr>
        <p:spPr/>
        <p:txBody>
          <a:bodyPr/>
          <a:lstStyle/>
          <a:p>
            <a:r>
              <a:rPr lang="en-US" dirty="0"/>
              <a:t>Creating a Supplemental Policy</a:t>
            </a:r>
            <a:endParaRPr lang="en-BE" dirty="0"/>
          </a:p>
        </p:txBody>
      </p:sp>
      <p:pic>
        <p:nvPicPr>
          <p:cNvPr id="6" name="Content Placeholder 5" descr="A screenshot of a computer screen&#10;&#10;AI-generated content may be incorrect.">
            <a:extLst>
              <a:ext uri="{FF2B5EF4-FFF2-40B4-BE49-F238E27FC236}">
                <a16:creationId xmlns:a16="http://schemas.microsoft.com/office/drawing/2014/main" id="{FBB09E78-65ED-C2CC-395E-7B95C08525E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86146" y="1825625"/>
            <a:ext cx="7219708" cy="4351338"/>
          </a:xfrm>
        </p:spPr>
      </p:pic>
      <p:sp>
        <p:nvSpPr>
          <p:cNvPr id="4" name="Slide Number Placeholder 3">
            <a:extLst>
              <a:ext uri="{FF2B5EF4-FFF2-40B4-BE49-F238E27FC236}">
                <a16:creationId xmlns:a16="http://schemas.microsoft.com/office/drawing/2014/main" id="{7DAC44D9-9A2B-F329-629D-4D31F7055680}"/>
              </a:ext>
            </a:extLst>
          </p:cNvPr>
          <p:cNvSpPr>
            <a:spLocks noGrp="1"/>
          </p:cNvSpPr>
          <p:nvPr>
            <p:ph type="sldNum" sz="quarter" idx="4"/>
          </p:nvPr>
        </p:nvSpPr>
        <p:spPr/>
        <p:txBody>
          <a:bodyPr/>
          <a:lstStyle/>
          <a:p>
            <a:fld id="{9F621982-67CF-4DE6-9B69-E7E59DF16CFA}" type="slidenum">
              <a:rPr lang="en-GB" smtClean="0"/>
              <a:pPr/>
              <a:t>25</a:t>
            </a:fld>
            <a:endParaRPr lang="en-GB" dirty="0"/>
          </a:p>
        </p:txBody>
      </p:sp>
    </p:spTree>
    <p:extLst>
      <p:ext uri="{BB962C8B-B14F-4D97-AF65-F5344CB8AC3E}">
        <p14:creationId xmlns:p14="http://schemas.microsoft.com/office/powerpoint/2010/main" val="393929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58AA-25E2-9C22-7BAD-5D064EC5F5E0}"/>
              </a:ext>
            </a:extLst>
          </p:cNvPr>
          <p:cNvSpPr>
            <a:spLocks noGrp="1"/>
          </p:cNvSpPr>
          <p:nvPr>
            <p:ph type="title"/>
          </p:nvPr>
        </p:nvSpPr>
        <p:spPr/>
        <p:txBody>
          <a:bodyPr/>
          <a:lstStyle/>
          <a:p>
            <a:r>
              <a:rPr lang="en-US" dirty="0"/>
              <a:t>Using a Managed Installer</a:t>
            </a:r>
            <a:endParaRPr lang="en-BE" dirty="0"/>
          </a:p>
        </p:txBody>
      </p:sp>
      <p:sp>
        <p:nvSpPr>
          <p:cNvPr id="3" name="Content Placeholder 2">
            <a:extLst>
              <a:ext uri="{FF2B5EF4-FFF2-40B4-BE49-F238E27FC236}">
                <a16:creationId xmlns:a16="http://schemas.microsoft.com/office/drawing/2014/main" id="{973BFA99-8AFF-557A-B630-1DFE5200D7F6}"/>
              </a:ext>
            </a:extLst>
          </p:cNvPr>
          <p:cNvSpPr>
            <a:spLocks noGrp="1"/>
          </p:cNvSpPr>
          <p:nvPr>
            <p:ph idx="1"/>
          </p:nvPr>
        </p:nvSpPr>
        <p:spPr/>
        <p:txBody>
          <a:bodyPr/>
          <a:lstStyle/>
          <a:p>
            <a:endParaRPr lang="en-BE"/>
          </a:p>
        </p:txBody>
      </p:sp>
      <p:sp>
        <p:nvSpPr>
          <p:cNvPr id="4" name="Slide Number Placeholder 3">
            <a:extLst>
              <a:ext uri="{FF2B5EF4-FFF2-40B4-BE49-F238E27FC236}">
                <a16:creationId xmlns:a16="http://schemas.microsoft.com/office/drawing/2014/main" id="{1E4B66D0-89BB-AEC8-09E2-60E047B8EB6F}"/>
              </a:ext>
            </a:extLst>
          </p:cNvPr>
          <p:cNvSpPr>
            <a:spLocks noGrp="1"/>
          </p:cNvSpPr>
          <p:nvPr>
            <p:ph type="sldNum" sz="quarter" idx="4"/>
          </p:nvPr>
        </p:nvSpPr>
        <p:spPr/>
        <p:txBody>
          <a:bodyPr/>
          <a:lstStyle/>
          <a:p>
            <a:fld id="{9F621982-67CF-4DE6-9B69-E7E59DF16CFA}" type="slidenum">
              <a:rPr lang="en-GB" smtClean="0"/>
              <a:pPr/>
              <a:t>26</a:t>
            </a:fld>
            <a:endParaRPr lang="en-GB" dirty="0"/>
          </a:p>
        </p:txBody>
      </p:sp>
      <p:grpSp>
        <p:nvGrpSpPr>
          <p:cNvPr id="8" name="Group 7">
            <a:extLst>
              <a:ext uri="{FF2B5EF4-FFF2-40B4-BE49-F238E27FC236}">
                <a16:creationId xmlns:a16="http://schemas.microsoft.com/office/drawing/2014/main" id="{6C5134F7-9EC9-8EB2-5442-EBC6DF40B2FE}"/>
              </a:ext>
            </a:extLst>
          </p:cNvPr>
          <p:cNvGrpSpPr/>
          <p:nvPr/>
        </p:nvGrpSpPr>
        <p:grpSpPr>
          <a:xfrm>
            <a:off x="516425" y="1833471"/>
            <a:ext cx="11549154" cy="3996717"/>
            <a:chOff x="516425" y="1833471"/>
            <a:chExt cx="11549154" cy="3996717"/>
          </a:xfrm>
        </p:grpSpPr>
        <p:pic>
          <p:nvPicPr>
            <p:cNvPr id="5" name="Picture 4" descr="The Managed installer tab. The Add button is highlighted.">
              <a:extLst>
                <a:ext uri="{FF2B5EF4-FFF2-40B4-BE49-F238E27FC236}">
                  <a16:creationId xmlns:a16="http://schemas.microsoft.com/office/drawing/2014/main" id="{C11ECF91-5B3F-B590-294A-628A08DECCD1}"/>
                </a:ext>
              </a:extLst>
            </p:cNvPr>
            <p:cNvPicPr>
              <a:picLocks noChangeAspect="1"/>
            </p:cNvPicPr>
            <p:nvPr/>
          </p:nvPicPr>
          <p:blipFill>
            <a:blip r:embed="rId2"/>
            <a:stretch>
              <a:fillRect/>
            </a:stretch>
          </p:blipFill>
          <p:spPr>
            <a:xfrm>
              <a:off x="516425" y="1833471"/>
              <a:ext cx="3546076" cy="1797579"/>
            </a:xfrm>
            <a:prstGeom prst="rect">
              <a:avLst/>
            </a:prstGeom>
            <a:ln>
              <a:noFill/>
            </a:ln>
            <a:effectLst>
              <a:outerShdw blurRad="190500" algn="tl" rotWithShape="0">
                <a:srgbClr val="000000">
                  <a:alpha val="70000"/>
                </a:srgbClr>
              </a:outerShdw>
            </a:effectLst>
          </p:spPr>
        </p:pic>
        <p:pic>
          <p:nvPicPr>
            <p:cNvPr id="6" name="Picture 5" descr="The Add managed installer dialog box. It warns that clicking the Add button below will grant Microsoft permission to configure Intune Management Extension as a managed installer">
              <a:extLst>
                <a:ext uri="{FF2B5EF4-FFF2-40B4-BE49-F238E27FC236}">
                  <a16:creationId xmlns:a16="http://schemas.microsoft.com/office/drawing/2014/main" id="{209B270C-2D66-977C-6D1C-4792C31E82AD}"/>
                </a:ext>
              </a:extLst>
            </p:cNvPr>
            <p:cNvPicPr>
              <a:picLocks noChangeAspect="1"/>
            </p:cNvPicPr>
            <p:nvPr/>
          </p:nvPicPr>
          <p:blipFill>
            <a:blip r:embed="rId3"/>
            <a:stretch>
              <a:fillRect/>
            </a:stretch>
          </p:blipFill>
          <p:spPr>
            <a:xfrm>
              <a:off x="4303482" y="1833471"/>
              <a:ext cx="4499119" cy="3996717"/>
            </a:xfrm>
            <a:prstGeom prst="rect">
              <a:avLst/>
            </a:prstGeom>
            <a:ln>
              <a:noFill/>
            </a:ln>
            <a:effectLst>
              <a:outerShdw blurRad="190500" algn="tl" rotWithShape="0">
                <a:srgbClr val="000000">
                  <a:alpha val="70000"/>
                </a:srgbClr>
              </a:outerShdw>
            </a:effectLst>
          </p:spPr>
        </p:pic>
        <p:pic>
          <p:nvPicPr>
            <p:cNvPr id="7" name="Picture 6" descr="A second dialog box confirming if you want to add the managed installer. A Yes and No button are available.">
              <a:extLst>
                <a:ext uri="{FF2B5EF4-FFF2-40B4-BE49-F238E27FC236}">
                  <a16:creationId xmlns:a16="http://schemas.microsoft.com/office/drawing/2014/main" id="{742124CA-E979-D327-EC5B-68F70BBC92AB}"/>
                </a:ext>
              </a:extLst>
            </p:cNvPr>
            <p:cNvPicPr>
              <a:picLocks noChangeAspect="1"/>
            </p:cNvPicPr>
            <p:nvPr/>
          </p:nvPicPr>
          <p:blipFill>
            <a:blip r:embed="rId4"/>
            <a:stretch>
              <a:fillRect/>
            </a:stretch>
          </p:blipFill>
          <p:spPr>
            <a:xfrm>
              <a:off x="6743512" y="3472070"/>
              <a:ext cx="5322067" cy="1979911"/>
            </a:xfrm>
            <a:prstGeom prst="rect">
              <a:avLst/>
            </a:prstGeom>
            <a:ln>
              <a:noFill/>
            </a:ln>
            <a:effectLst>
              <a:outerShdw blurRad="190500" algn="tl" rotWithShape="0">
                <a:srgbClr val="000000">
                  <a:alpha val="70000"/>
                </a:srgbClr>
              </a:outerShdw>
            </a:effectLst>
          </p:spPr>
        </p:pic>
      </p:grpSp>
    </p:spTree>
    <p:extLst>
      <p:ext uri="{BB962C8B-B14F-4D97-AF65-F5344CB8AC3E}">
        <p14:creationId xmlns:p14="http://schemas.microsoft.com/office/powerpoint/2010/main" val="1471614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CAC32-442D-642B-7FAC-C0E27F38ED0B}"/>
              </a:ext>
            </a:extLst>
          </p:cNvPr>
          <p:cNvSpPr>
            <a:spLocks noGrp="1"/>
          </p:cNvSpPr>
          <p:nvPr>
            <p:ph type="title"/>
          </p:nvPr>
        </p:nvSpPr>
        <p:spPr>
          <a:xfrm>
            <a:off x="838200" y="365125"/>
            <a:ext cx="10515600" cy="1325563"/>
          </a:xfrm>
        </p:spPr>
        <p:txBody>
          <a:bodyPr anchor="ctr">
            <a:normAutofit/>
          </a:bodyPr>
          <a:lstStyle/>
          <a:p>
            <a:r>
              <a:rPr lang="en-US" dirty="0"/>
              <a:t>Monitoring App Control for Business policies</a:t>
            </a:r>
            <a:endParaRPr lang="en-BE" dirty="0"/>
          </a:p>
        </p:txBody>
      </p:sp>
      <p:sp>
        <p:nvSpPr>
          <p:cNvPr id="3" name="Content Placeholder 2">
            <a:extLst>
              <a:ext uri="{FF2B5EF4-FFF2-40B4-BE49-F238E27FC236}">
                <a16:creationId xmlns:a16="http://schemas.microsoft.com/office/drawing/2014/main" id="{3524FEFA-E219-A84D-B2BD-C102E064BC8F}"/>
              </a:ext>
            </a:extLst>
          </p:cNvPr>
          <p:cNvSpPr>
            <a:spLocks noGrp="1"/>
          </p:cNvSpPr>
          <p:nvPr>
            <p:ph sz="half" idx="1"/>
          </p:nvPr>
        </p:nvSpPr>
        <p:spPr>
          <a:xfrm>
            <a:off x="838200" y="1825625"/>
            <a:ext cx="5181600" cy="4351338"/>
          </a:xfrm>
        </p:spPr>
        <p:txBody>
          <a:bodyPr>
            <a:normAutofit/>
          </a:bodyPr>
          <a:lstStyle/>
          <a:p>
            <a:r>
              <a:rPr lang="en-US" b="1" dirty="0"/>
              <a:t>Verify the status of the policy assignment</a:t>
            </a:r>
          </a:p>
          <a:p>
            <a:r>
              <a:rPr lang="en-US" dirty="0"/>
              <a:t>Verify the status of the Managed Installer</a:t>
            </a:r>
          </a:p>
          <a:p>
            <a:endParaRPr lang="en-US" dirty="0"/>
          </a:p>
        </p:txBody>
      </p:sp>
      <p:pic>
        <p:nvPicPr>
          <p:cNvPr id="7" name="Picture 6" descr="A screenshot of a computer&#10;&#10;AI-generated content may be incorrect.">
            <a:extLst>
              <a:ext uri="{FF2B5EF4-FFF2-40B4-BE49-F238E27FC236}">
                <a16:creationId xmlns:a16="http://schemas.microsoft.com/office/drawing/2014/main" id="{A40DF9E7-4FE9-DEB2-F29D-DFD682578E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2621693"/>
            <a:ext cx="5181600" cy="2759202"/>
          </a:xfrm>
          <a:prstGeom prst="rect">
            <a:avLst/>
          </a:prstGeom>
          <a:noFill/>
        </p:spPr>
      </p:pic>
      <p:sp>
        <p:nvSpPr>
          <p:cNvPr id="4" name="Slide Number Placeholder 3">
            <a:extLst>
              <a:ext uri="{FF2B5EF4-FFF2-40B4-BE49-F238E27FC236}">
                <a16:creationId xmlns:a16="http://schemas.microsoft.com/office/drawing/2014/main" id="{E15BBCF9-6482-9376-43F7-CCE22CE711C4}"/>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27</a:t>
            </a:fld>
            <a:endParaRPr lang="en-GB"/>
          </a:p>
        </p:txBody>
      </p:sp>
    </p:spTree>
    <p:extLst>
      <p:ext uri="{BB962C8B-B14F-4D97-AF65-F5344CB8AC3E}">
        <p14:creationId xmlns:p14="http://schemas.microsoft.com/office/powerpoint/2010/main" val="1555513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D06AA-1253-E3AE-EBBE-5D81E33DF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44238-FE42-F3DB-324A-C0C4D9536850}"/>
              </a:ext>
            </a:extLst>
          </p:cNvPr>
          <p:cNvSpPr>
            <a:spLocks noGrp="1"/>
          </p:cNvSpPr>
          <p:nvPr>
            <p:ph type="title"/>
          </p:nvPr>
        </p:nvSpPr>
        <p:spPr>
          <a:xfrm>
            <a:off x="838200" y="365125"/>
            <a:ext cx="10515600" cy="1325563"/>
          </a:xfrm>
        </p:spPr>
        <p:txBody>
          <a:bodyPr anchor="ctr">
            <a:normAutofit/>
          </a:bodyPr>
          <a:lstStyle/>
          <a:p>
            <a:r>
              <a:rPr lang="en-US" dirty="0"/>
              <a:t>Monitoring App Control for Business policies</a:t>
            </a:r>
            <a:endParaRPr lang="en-BE" dirty="0"/>
          </a:p>
        </p:txBody>
      </p:sp>
      <p:sp>
        <p:nvSpPr>
          <p:cNvPr id="3" name="Content Placeholder 2">
            <a:extLst>
              <a:ext uri="{FF2B5EF4-FFF2-40B4-BE49-F238E27FC236}">
                <a16:creationId xmlns:a16="http://schemas.microsoft.com/office/drawing/2014/main" id="{71394088-6263-26F7-2A45-E4AB1EE48102}"/>
              </a:ext>
            </a:extLst>
          </p:cNvPr>
          <p:cNvSpPr>
            <a:spLocks noGrp="1"/>
          </p:cNvSpPr>
          <p:nvPr>
            <p:ph sz="half" idx="1"/>
          </p:nvPr>
        </p:nvSpPr>
        <p:spPr>
          <a:xfrm>
            <a:off x="838200" y="1825625"/>
            <a:ext cx="5181600" cy="4351338"/>
          </a:xfrm>
        </p:spPr>
        <p:txBody>
          <a:bodyPr>
            <a:normAutofit/>
          </a:bodyPr>
          <a:lstStyle/>
          <a:p>
            <a:r>
              <a:rPr lang="en-US" dirty="0"/>
              <a:t>Verify the status of the policy assignment</a:t>
            </a:r>
          </a:p>
          <a:p>
            <a:r>
              <a:rPr lang="en-US" b="1" dirty="0"/>
              <a:t>Verify the status of the Managed Installer</a:t>
            </a:r>
          </a:p>
          <a:p>
            <a:endParaRPr lang="en-US" dirty="0"/>
          </a:p>
        </p:txBody>
      </p:sp>
      <p:pic>
        <p:nvPicPr>
          <p:cNvPr id="8" name="Picture 7">
            <a:extLst>
              <a:ext uri="{FF2B5EF4-FFF2-40B4-BE49-F238E27FC236}">
                <a16:creationId xmlns:a16="http://schemas.microsoft.com/office/drawing/2014/main" id="{86C372CD-58F0-26AC-265B-EEB4FF5320A2}"/>
              </a:ext>
            </a:extLst>
          </p:cNvPr>
          <p:cNvPicPr>
            <a:picLocks noChangeAspect="1"/>
          </p:cNvPicPr>
          <p:nvPr/>
        </p:nvPicPr>
        <p:blipFill>
          <a:blip r:embed="rId2"/>
          <a:stretch>
            <a:fillRect/>
          </a:stretch>
        </p:blipFill>
        <p:spPr>
          <a:xfrm>
            <a:off x="6172200" y="2919635"/>
            <a:ext cx="5181600" cy="2163317"/>
          </a:xfrm>
          <a:prstGeom prst="rect">
            <a:avLst/>
          </a:prstGeom>
          <a:noFill/>
        </p:spPr>
      </p:pic>
      <p:sp>
        <p:nvSpPr>
          <p:cNvPr id="4" name="Slide Number Placeholder 3">
            <a:extLst>
              <a:ext uri="{FF2B5EF4-FFF2-40B4-BE49-F238E27FC236}">
                <a16:creationId xmlns:a16="http://schemas.microsoft.com/office/drawing/2014/main" id="{D846CCD8-AE6C-F887-AFAD-9EE714C92306}"/>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28</a:t>
            </a:fld>
            <a:endParaRPr lang="en-GB"/>
          </a:p>
        </p:txBody>
      </p:sp>
      <p:sp>
        <p:nvSpPr>
          <p:cNvPr id="7" name="TextBox 6">
            <a:extLst>
              <a:ext uri="{FF2B5EF4-FFF2-40B4-BE49-F238E27FC236}">
                <a16:creationId xmlns:a16="http://schemas.microsoft.com/office/drawing/2014/main" id="{367079F8-1D76-0048-8355-B195A3E37D72}"/>
              </a:ext>
            </a:extLst>
          </p:cNvPr>
          <p:cNvSpPr txBox="1"/>
          <p:nvPr/>
        </p:nvSpPr>
        <p:spPr>
          <a:xfrm>
            <a:off x="685800" y="4001293"/>
            <a:ext cx="5181600" cy="981615"/>
          </a:xfrm>
          <a:prstGeom prst="rect">
            <a:avLst/>
          </a:prstGeom>
          <a:noFill/>
        </p:spPr>
        <p:txBody>
          <a:bodyPr wrap="square">
            <a:spAutoFit/>
          </a:bodyPr>
          <a:lstStyle/>
          <a:p>
            <a:pPr marL="0" indent="0" algn="l" rtl="0" eaLnBrk="1" latinLnBrk="0" hangingPunct="1">
              <a:lnSpc>
                <a:spcPct val="90000"/>
              </a:lnSpc>
              <a:spcBef>
                <a:spcPts val="1000"/>
              </a:spcBef>
            </a:pPr>
            <a:r>
              <a:rPr lang="en-US" sz="3200" u="sng" kern="1200" dirty="0">
                <a:solidFill>
                  <a:srgbClr val="FFFFFF"/>
                </a:solidFill>
                <a:effectLst/>
                <a:latin typeface="Aptos" panose="020B0004020202020204" pitchFamily="34" charset="0"/>
              </a:rPr>
              <a:t>What about the audit mode logs locally on the client?</a:t>
            </a:r>
            <a:endParaRPr lang="en-BE" sz="3200" u="sng" dirty="0">
              <a:effectLst/>
            </a:endParaRPr>
          </a:p>
        </p:txBody>
      </p:sp>
    </p:spTree>
    <p:extLst>
      <p:ext uri="{BB962C8B-B14F-4D97-AF65-F5344CB8AC3E}">
        <p14:creationId xmlns:p14="http://schemas.microsoft.com/office/powerpoint/2010/main" val="2216523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2D7B4-3A49-3235-A0A0-6A6CD513D29D}"/>
              </a:ext>
            </a:extLst>
          </p:cNvPr>
          <p:cNvSpPr>
            <a:spLocks noGrp="1"/>
          </p:cNvSpPr>
          <p:nvPr>
            <p:ph type="title"/>
          </p:nvPr>
        </p:nvSpPr>
        <p:spPr/>
        <p:txBody>
          <a:bodyPr/>
          <a:lstStyle/>
          <a:p>
            <a:r>
              <a:rPr lang="en-US" dirty="0"/>
              <a:t>Troubleshooting from the endpoint	</a:t>
            </a:r>
            <a:endParaRPr lang="en-BE" dirty="0"/>
          </a:p>
        </p:txBody>
      </p:sp>
      <p:sp>
        <p:nvSpPr>
          <p:cNvPr id="3" name="Content Placeholder 2">
            <a:extLst>
              <a:ext uri="{FF2B5EF4-FFF2-40B4-BE49-F238E27FC236}">
                <a16:creationId xmlns:a16="http://schemas.microsoft.com/office/drawing/2014/main" id="{9F07DB5B-5A06-C04E-896C-9D9CD351F417}"/>
              </a:ext>
            </a:extLst>
          </p:cNvPr>
          <p:cNvSpPr>
            <a:spLocks noGrp="1"/>
          </p:cNvSpPr>
          <p:nvPr>
            <p:ph idx="1"/>
          </p:nvPr>
        </p:nvSpPr>
        <p:spPr/>
        <p:txBody>
          <a:bodyPr/>
          <a:lstStyle/>
          <a:p>
            <a:r>
              <a:rPr lang="en-US" dirty="0"/>
              <a:t>Using Registry</a:t>
            </a:r>
          </a:p>
          <a:p>
            <a:r>
              <a:rPr lang="en-US" dirty="0"/>
              <a:t>PowerShell</a:t>
            </a:r>
          </a:p>
          <a:p>
            <a:r>
              <a:rPr lang="en-US" dirty="0"/>
              <a:t>File Explorer</a:t>
            </a:r>
          </a:p>
          <a:p>
            <a:r>
              <a:rPr lang="en-US" dirty="0"/>
              <a:t>Event Viewer</a:t>
            </a:r>
          </a:p>
          <a:p>
            <a:r>
              <a:rPr lang="en-US" dirty="0"/>
              <a:t>Intune Management Extension logs</a:t>
            </a:r>
          </a:p>
          <a:p>
            <a:r>
              <a:rPr lang="en-US" dirty="0"/>
              <a:t>KQL (</a:t>
            </a:r>
            <a:r>
              <a:rPr lang="en-US"/>
              <a:t>Device Query)</a:t>
            </a:r>
            <a:endParaRPr lang="en-BE" dirty="0"/>
          </a:p>
        </p:txBody>
      </p:sp>
      <p:sp>
        <p:nvSpPr>
          <p:cNvPr id="4" name="Slide Number Placeholder 3">
            <a:extLst>
              <a:ext uri="{FF2B5EF4-FFF2-40B4-BE49-F238E27FC236}">
                <a16:creationId xmlns:a16="http://schemas.microsoft.com/office/drawing/2014/main" id="{8E9BE067-3730-3927-12E0-9AD68627AEF7}"/>
              </a:ext>
            </a:extLst>
          </p:cNvPr>
          <p:cNvSpPr>
            <a:spLocks noGrp="1"/>
          </p:cNvSpPr>
          <p:nvPr>
            <p:ph type="sldNum" sz="quarter" idx="4"/>
          </p:nvPr>
        </p:nvSpPr>
        <p:spPr/>
        <p:txBody>
          <a:bodyPr/>
          <a:lstStyle/>
          <a:p>
            <a:fld id="{9F621982-67CF-4DE6-9B69-E7E59DF16CFA}" type="slidenum">
              <a:rPr lang="en-GB" smtClean="0"/>
              <a:pPr/>
              <a:t>29</a:t>
            </a:fld>
            <a:endParaRPr lang="en-GB" dirty="0"/>
          </a:p>
        </p:txBody>
      </p:sp>
    </p:spTree>
    <p:extLst>
      <p:ext uri="{BB962C8B-B14F-4D97-AF65-F5344CB8AC3E}">
        <p14:creationId xmlns:p14="http://schemas.microsoft.com/office/powerpoint/2010/main" val="12732599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9CE5-E140-7F40-2714-12715DAD2516}"/>
              </a:ext>
            </a:extLst>
          </p:cNvPr>
          <p:cNvSpPr>
            <a:spLocks noGrp="1"/>
          </p:cNvSpPr>
          <p:nvPr>
            <p:ph type="title"/>
          </p:nvPr>
        </p:nvSpPr>
        <p:spPr/>
        <p:txBody>
          <a:bodyPr/>
          <a:lstStyle/>
          <a:p>
            <a:r>
              <a:rPr lang="en-US" dirty="0"/>
              <a:t>Troubleshoot using the Registry</a:t>
            </a:r>
            <a:endParaRPr lang="en-BE" dirty="0"/>
          </a:p>
        </p:txBody>
      </p:sp>
      <p:sp>
        <p:nvSpPr>
          <p:cNvPr id="3" name="Content Placeholder 2">
            <a:extLst>
              <a:ext uri="{FF2B5EF4-FFF2-40B4-BE49-F238E27FC236}">
                <a16:creationId xmlns:a16="http://schemas.microsoft.com/office/drawing/2014/main" id="{C0938083-D028-DAD8-A99A-0D39F6C2755D}"/>
              </a:ext>
            </a:extLst>
          </p:cNvPr>
          <p:cNvSpPr>
            <a:spLocks noGrp="1"/>
          </p:cNvSpPr>
          <p:nvPr>
            <p:ph idx="1"/>
          </p:nvPr>
        </p:nvSpPr>
        <p:spPr/>
        <p:txBody>
          <a:bodyPr/>
          <a:lstStyle/>
          <a:p>
            <a:r>
              <a:rPr lang="en-US" dirty="0"/>
              <a:t>Check if the Intune Management Extension is set as a </a:t>
            </a:r>
            <a:r>
              <a:rPr lang="en-US" b="1" dirty="0"/>
              <a:t>Managed Installer</a:t>
            </a:r>
          </a:p>
          <a:p>
            <a:pPr lvl="1"/>
            <a:r>
              <a:rPr lang="en-US" dirty="0"/>
              <a:t>Computer\HKEY_LOCAL_MACHINE\SOFTWARE\Microsoft\</a:t>
            </a:r>
            <a:r>
              <a:rPr lang="en-US" dirty="0" err="1"/>
              <a:t>IntuneManagementExtension</a:t>
            </a:r>
            <a:r>
              <a:rPr lang="en-US" dirty="0"/>
              <a:t>\</a:t>
            </a:r>
            <a:r>
              <a:rPr lang="en-US" dirty="0" err="1"/>
              <a:t>SideCarPolicies</a:t>
            </a:r>
            <a:endParaRPr lang="en-US" dirty="0"/>
          </a:p>
          <a:p>
            <a:pPr lvl="1"/>
            <a:r>
              <a:rPr lang="en-US" dirty="0" err="1"/>
              <a:t>ManagedInstallerEnabled</a:t>
            </a:r>
            <a:r>
              <a:rPr lang="en-US" dirty="0"/>
              <a:t> = 1</a:t>
            </a:r>
          </a:p>
          <a:p>
            <a:r>
              <a:rPr lang="en-US" dirty="0"/>
              <a:t>Verify that the </a:t>
            </a:r>
            <a:r>
              <a:rPr lang="en-US" b="1" dirty="0"/>
              <a:t>Managed Installer </a:t>
            </a:r>
            <a:r>
              <a:rPr lang="en-US" dirty="0"/>
              <a:t>policy from Intune delivered</a:t>
            </a:r>
          </a:p>
          <a:p>
            <a:pPr lvl="1"/>
            <a:r>
              <a:rPr lang="en-US" dirty="0"/>
              <a:t>Computer\HKEY_LOCAL_MACHINE\SOFTWARE\Policies\Microsoft\Windows\SrpV2\</a:t>
            </a:r>
            <a:r>
              <a:rPr lang="en-US" dirty="0" err="1"/>
              <a:t>ManagedInstaller</a:t>
            </a:r>
            <a:endParaRPr lang="en-US" dirty="0"/>
          </a:p>
        </p:txBody>
      </p:sp>
      <p:sp>
        <p:nvSpPr>
          <p:cNvPr id="4" name="Slide Number Placeholder 3">
            <a:extLst>
              <a:ext uri="{FF2B5EF4-FFF2-40B4-BE49-F238E27FC236}">
                <a16:creationId xmlns:a16="http://schemas.microsoft.com/office/drawing/2014/main" id="{2197E2A9-8FD7-FAA7-27BB-47C1524850A5}"/>
              </a:ext>
            </a:extLst>
          </p:cNvPr>
          <p:cNvSpPr>
            <a:spLocks noGrp="1"/>
          </p:cNvSpPr>
          <p:nvPr>
            <p:ph type="sldNum" sz="quarter" idx="4"/>
          </p:nvPr>
        </p:nvSpPr>
        <p:spPr/>
        <p:txBody>
          <a:bodyPr/>
          <a:lstStyle/>
          <a:p>
            <a:fld id="{9F621982-67CF-4DE6-9B69-E7E59DF16CFA}" type="slidenum">
              <a:rPr lang="en-GB" smtClean="0"/>
              <a:pPr/>
              <a:t>30</a:t>
            </a:fld>
            <a:endParaRPr lang="en-GB" dirty="0"/>
          </a:p>
        </p:txBody>
      </p:sp>
      <p:pic>
        <p:nvPicPr>
          <p:cNvPr id="8" name="Picture 7" descr="A screenshot of a computer&#10;&#10;AI-generated content may be incorrect.">
            <a:extLst>
              <a:ext uri="{FF2B5EF4-FFF2-40B4-BE49-F238E27FC236}">
                <a16:creationId xmlns:a16="http://schemas.microsoft.com/office/drawing/2014/main" id="{0083F04A-6667-953D-5AAC-AD3C7C3716EB}"/>
              </a:ext>
            </a:extLst>
          </p:cNvPr>
          <p:cNvPicPr>
            <a:picLocks noChangeAspect="1"/>
          </p:cNvPicPr>
          <p:nvPr/>
        </p:nvPicPr>
        <p:blipFill>
          <a:blip r:embed="rId2">
            <a:extLst>
              <a:ext uri="{28A0092B-C50C-407E-A947-70E740481C1C}">
                <a14:useLocalDpi xmlns:a14="http://schemas.microsoft.com/office/drawing/2010/main" val="0"/>
              </a:ext>
            </a:extLst>
          </a:blip>
          <a:srcRect r="6746"/>
          <a:stretch>
            <a:fillRect/>
          </a:stretch>
        </p:blipFill>
        <p:spPr>
          <a:xfrm>
            <a:off x="5893799" y="4663981"/>
            <a:ext cx="5460001" cy="1828894"/>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3455CE4A-FADC-7C07-F0F4-0374CF8F3F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3799" y="1027906"/>
            <a:ext cx="5461200" cy="2671095"/>
          </a:xfrm>
          <a:prstGeom prst="rect">
            <a:avLst/>
          </a:prstGeom>
        </p:spPr>
      </p:pic>
    </p:spTree>
    <p:extLst>
      <p:ext uri="{BB962C8B-B14F-4D97-AF65-F5344CB8AC3E}">
        <p14:creationId xmlns:p14="http://schemas.microsoft.com/office/powerpoint/2010/main" val="798971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A241D-B070-324F-08B4-389593981F1C}"/>
              </a:ext>
            </a:extLst>
          </p:cNvPr>
          <p:cNvSpPr>
            <a:spLocks noGrp="1"/>
          </p:cNvSpPr>
          <p:nvPr>
            <p:ph type="title"/>
          </p:nvPr>
        </p:nvSpPr>
        <p:spPr>
          <a:xfrm>
            <a:off x="838200" y="365125"/>
            <a:ext cx="10515600" cy="1325563"/>
          </a:xfrm>
        </p:spPr>
        <p:txBody>
          <a:bodyPr anchor="ctr">
            <a:normAutofit/>
          </a:bodyPr>
          <a:lstStyle/>
          <a:p>
            <a:r>
              <a:rPr lang="en-US" dirty="0"/>
              <a:t>Troubleshoot using PowerShell</a:t>
            </a:r>
            <a:endParaRPr lang="en-BE" dirty="0"/>
          </a:p>
        </p:txBody>
      </p:sp>
      <p:sp>
        <p:nvSpPr>
          <p:cNvPr id="3" name="Content Placeholder 2">
            <a:extLst>
              <a:ext uri="{FF2B5EF4-FFF2-40B4-BE49-F238E27FC236}">
                <a16:creationId xmlns:a16="http://schemas.microsoft.com/office/drawing/2014/main" id="{422ED6AE-2402-0906-678B-7546B2BAE7D1}"/>
              </a:ext>
            </a:extLst>
          </p:cNvPr>
          <p:cNvSpPr>
            <a:spLocks noGrp="1"/>
          </p:cNvSpPr>
          <p:nvPr>
            <p:ph sz="half" idx="1"/>
          </p:nvPr>
        </p:nvSpPr>
        <p:spPr>
          <a:xfrm>
            <a:off x="838200" y="1825625"/>
            <a:ext cx="5181600" cy="4351338"/>
          </a:xfrm>
        </p:spPr>
        <p:txBody>
          <a:bodyPr>
            <a:normAutofit/>
          </a:bodyPr>
          <a:lstStyle/>
          <a:p>
            <a:r>
              <a:rPr lang="en-US" dirty="0"/>
              <a:t>Export the details of the AppLocker policy to an XML file</a:t>
            </a:r>
          </a:p>
          <a:p>
            <a:pPr lvl="1"/>
            <a:r>
              <a:rPr lang="en-US" sz="2800" dirty="0"/>
              <a:t>	Get-</a:t>
            </a:r>
            <a:r>
              <a:rPr lang="en-US" sz="2800" dirty="0" err="1"/>
              <a:t>AppLockerPolicy</a:t>
            </a:r>
            <a:r>
              <a:rPr lang="en-US" sz="2800" dirty="0"/>
              <a:t> -Effective -Xml | Set-Content ("C:\TEMP\WPNinjas.xml")</a:t>
            </a:r>
          </a:p>
        </p:txBody>
      </p:sp>
      <p:pic>
        <p:nvPicPr>
          <p:cNvPr id="6" name="Picture 5" descr="A screenshot of a computer&#10;&#10;AI-generated content may be incorrect.">
            <a:extLst>
              <a:ext uri="{FF2B5EF4-FFF2-40B4-BE49-F238E27FC236}">
                <a16:creationId xmlns:a16="http://schemas.microsoft.com/office/drawing/2014/main" id="{49E3B727-D296-CDD0-0EB4-7942FACCDED2}"/>
              </a:ext>
            </a:extLst>
          </p:cNvPr>
          <p:cNvPicPr>
            <a:picLocks noChangeAspect="1"/>
          </p:cNvPicPr>
          <p:nvPr/>
        </p:nvPicPr>
        <p:blipFill>
          <a:blip r:embed="rId2">
            <a:extLst>
              <a:ext uri="{28A0092B-C50C-407E-A947-70E740481C1C}">
                <a14:useLocalDpi xmlns:a14="http://schemas.microsoft.com/office/drawing/2010/main" val="0"/>
              </a:ext>
            </a:extLst>
          </a:blip>
          <a:srcRect r="53856" b="-1"/>
          <a:stretch>
            <a:fillRect/>
          </a:stretch>
        </p:blipFill>
        <p:spPr>
          <a:xfrm>
            <a:off x="6172200" y="1825625"/>
            <a:ext cx="5181600" cy="4351338"/>
          </a:xfrm>
          <a:prstGeom prst="rect">
            <a:avLst/>
          </a:prstGeom>
          <a:noFill/>
        </p:spPr>
      </p:pic>
      <p:sp>
        <p:nvSpPr>
          <p:cNvPr id="4" name="Slide Number Placeholder 3">
            <a:extLst>
              <a:ext uri="{FF2B5EF4-FFF2-40B4-BE49-F238E27FC236}">
                <a16:creationId xmlns:a16="http://schemas.microsoft.com/office/drawing/2014/main" id="{C565DD6E-FB07-2952-CB55-7994F93B1FFB}"/>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31</a:t>
            </a:fld>
            <a:endParaRPr lang="en-GB"/>
          </a:p>
        </p:txBody>
      </p:sp>
    </p:spTree>
    <p:extLst>
      <p:ext uri="{BB962C8B-B14F-4D97-AF65-F5344CB8AC3E}">
        <p14:creationId xmlns:p14="http://schemas.microsoft.com/office/powerpoint/2010/main" val="13593274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E4FAB-8D6B-007D-B9EF-43797C8BB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8AAC5-FFFA-34D6-503E-834B12F7ACE5}"/>
              </a:ext>
            </a:extLst>
          </p:cNvPr>
          <p:cNvSpPr>
            <a:spLocks noGrp="1"/>
          </p:cNvSpPr>
          <p:nvPr>
            <p:ph type="title"/>
          </p:nvPr>
        </p:nvSpPr>
        <p:spPr>
          <a:xfrm>
            <a:off x="838200" y="365125"/>
            <a:ext cx="10515600" cy="1325563"/>
          </a:xfrm>
        </p:spPr>
        <p:txBody>
          <a:bodyPr anchor="ctr">
            <a:normAutofit/>
          </a:bodyPr>
          <a:lstStyle/>
          <a:p>
            <a:r>
              <a:rPr lang="en-US" dirty="0"/>
              <a:t>Troubleshoot using PowerShell</a:t>
            </a:r>
            <a:endParaRPr lang="en-BE" dirty="0"/>
          </a:p>
        </p:txBody>
      </p:sp>
      <p:sp>
        <p:nvSpPr>
          <p:cNvPr id="3" name="Content Placeholder 2">
            <a:extLst>
              <a:ext uri="{FF2B5EF4-FFF2-40B4-BE49-F238E27FC236}">
                <a16:creationId xmlns:a16="http://schemas.microsoft.com/office/drawing/2014/main" id="{1DE97F15-0846-8C31-71B6-DF833A7F40D8}"/>
              </a:ext>
            </a:extLst>
          </p:cNvPr>
          <p:cNvSpPr>
            <a:spLocks noGrp="1"/>
          </p:cNvSpPr>
          <p:nvPr>
            <p:ph sz="half" idx="1"/>
          </p:nvPr>
        </p:nvSpPr>
        <p:spPr>
          <a:xfrm>
            <a:off x="838200" y="1825625"/>
            <a:ext cx="5334000" cy="4351338"/>
          </a:xfrm>
        </p:spPr>
        <p:txBody>
          <a:bodyPr>
            <a:normAutofit/>
          </a:bodyPr>
          <a:lstStyle/>
          <a:p>
            <a:r>
              <a:rPr lang="en-US" sz="2000" dirty="0"/>
              <a:t>Verify the </a:t>
            </a:r>
            <a:r>
              <a:rPr lang="en-US" sz="2000" b="1" dirty="0"/>
              <a:t>Managed Installer </a:t>
            </a:r>
            <a:r>
              <a:rPr lang="en-US" sz="2000" dirty="0"/>
              <a:t>tag </a:t>
            </a:r>
          </a:p>
          <a:p>
            <a:pPr lvl="1"/>
            <a:r>
              <a:rPr lang="en-US" sz="2000" dirty="0"/>
              <a:t>Using fsutil.exe to query the Extended Attribute </a:t>
            </a:r>
            <a:r>
              <a:rPr lang="en-US" sz="2000" b="1" dirty="0"/>
              <a:t>KERNEL.SMARTLOCKER.ORIGINCLAIM</a:t>
            </a:r>
          </a:p>
          <a:p>
            <a:pPr lvl="1"/>
            <a:r>
              <a:rPr lang="en-US" sz="2000" dirty="0"/>
              <a:t>If the output shows "00" in the fifth position of the data, it indicates that the Extended Attribute is related to a </a:t>
            </a:r>
            <a:r>
              <a:rPr lang="en-US" sz="2000" b="1" dirty="0"/>
              <a:t>Managed Installer</a:t>
            </a:r>
            <a:r>
              <a:rPr lang="en-US" sz="2000" dirty="0"/>
              <a:t>.</a:t>
            </a:r>
          </a:p>
          <a:p>
            <a:pPr lvl="1"/>
            <a:endParaRPr lang="en-BE" sz="2000" b="1" dirty="0"/>
          </a:p>
        </p:txBody>
      </p:sp>
      <p:pic>
        <p:nvPicPr>
          <p:cNvPr id="6" name="Picture 5">
            <a:extLst>
              <a:ext uri="{FF2B5EF4-FFF2-40B4-BE49-F238E27FC236}">
                <a16:creationId xmlns:a16="http://schemas.microsoft.com/office/drawing/2014/main" id="{91CE8598-162A-1ABB-5484-0639309298B6}"/>
              </a:ext>
            </a:extLst>
          </p:cNvPr>
          <p:cNvPicPr>
            <a:picLocks noChangeAspect="1"/>
          </p:cNvPicPr>
          <p:nvPr/>
        </p:nvPicPr>
        <p:blipFill>
          <a:blip r:embed="rId3"/>
          <a:stretch>
            <a:fillRect/>
          </a:stretch>
        </p:blipFill>
        <p:spPr>
          <a:xfrm>
            <a:off x="6172200" y="1857407"/>
            <a:ext cx="5181600" cy="4287773"/>
          </a:xfrm>
          <a:prstGeom prst="rect">
            <a:avLst/>
          </a:prstGeom>
          <a:noFill/>
        </p:spPr>
      </p:pic>
      <p:sp>
        <p:nvSpPr>
          <p:cNvPr id="4" name="Slide Number Placeholder 3">
            <a:extLst>
              <a:ext uri="{FF2B5EF4-FFF2-40B4-BE49-F238E27FC236}">
                <a16:creationId xmlns:a16="http://schemas.microsoft.com/office/drawing/2014/main" id="{933B2101-55F6-B40F-CE04-E18906D72F19}"/>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32</a:t>
            </a:fld>
            <a:endParaRPr lang="en-GB"/>
          </a:p>
        </p:txBody>
      </p:sp>
    </p:spTree>
    <p:extLst>
      <p:ext uri="{BB962C8B-B14F-4D97-AF65-F5344CB8AC3E}">
        <p14:creationId xmlns:p14="http://schemas.microsoft.com/office/powerpoint/2010/main" val="1233456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7D09D-F9D5-51D9-0DB9-93A5A776FAC8}"/>
              </a:ext>
            </a:extLst>
          </p:cNvPr>
          <p:cNvSpPr>
            <a:spLocks noGrp="1"/>
          </p:cNvSpPr>
          <p:nvPr>
            <p:ph type="title"/>
          </p:nvPr>
        </p:nvSpPr>
        <p:spPr>
          <a:xfrm>
            <a:off x="838200" y="365125"/>
            <a:ext cx="10515600" cy="1325563"/>
          </a:xfrm>
        </p:spPr>
        <p:txBody>
          <a:bodyPr anchor="ctr">
            <a:normAutofit/>
          </a:bodyPr>
          <a:lstStyle/>
          <a:p>
            <a:r>
              <a:rPr lang="en-US" dirty="0"/>
              <a:t>Troubleshoot using File Explorer</a:t>
            </a:r>
            <a:endParaRPr lang="en-BE" dirty="0"/>
          </a:p>
        </p:txBody>
      </p:sp>
      <p:sp>
        <p:nvSpPr>
          <p:cNvPr id="3" name="Content Placeholder 2">
            <a:extLst>
              <a:ext uri="{FF2B5EF4-FFF2-40B4-BE49-F238E27FC236}">
                <a16:creationId xmlns:a16="http://schemas.microsoft.com/office/drawing/2014/main" id="{0756C1B8-D0CB-B274-BEB1-9A2EC2D21C54}"/>
              </a:ext>
            </a:extLst>
          </p:cNvPr>
          <p:cNvSpPr>
            <a:spLocks noGrp="1"/>
          </p:cNvSpPr>
          <p:nvPr>
            <p:ph sz="half" idx="1"/>
          </p:nvPr>
        </p:nvSpPr>
        <p:spPr>
          <a:xfrm>
            <a:off x="838200" y="1825625"/>
            <a:ext cx="5181600" cy="4351338"/>
          </a:xfrm>
        </p:spPr>
        <p:txBody>
          <a:bodyPr>
            <a:normAutofit/>
          </a:bodyPr>
          <a:lstStyle/>
          <a:p>
            <a:r>
              <a:rPr lang="en-US" dirty="0"/>
              <a:t>Managed Installer location</a:t>
            </a:r>
          </a:p>
          <a:p>
            <a:pPr lvl="1"/>
            <a:r>
              <a:rPr lang="en-US" sz="2800"/>
              <a:t>C:\Windows\System32\AppLocker</a:t>
            </a:r>
            <a:endParaRPr lang="en-BE" sz="2800"/>
          </a:p>
        </p:txBody>
      </p:sp>
      <p:pic>
        <p:nvPicPr>
          <p:cNvPr id="7" name="Content Placeholder 6">
            <a:extLst>
              <a:ext uri="{FF2B5EF4-FFF2-40B4-BE49-F238E27FC236}">
                <a16:creationId xmlns:a16="http://schemas.microsoft.com/office/drawing/2014/main" id="{B7766A3C-3ED4-E56A-46FD-5ECEB3A279D5}"/>
              </a:ext>
            </a:extLst>
          </p:cNvPr>
          <p:cNvPicPr>
            <a:picLocks noGrp="1" noChangeAspect="1"/>
          </p:cNvPicPr>
          <p:nvPr>
            <p:ph sz="half" idx="2"/>
          </p:nvPr>
        </p:nvPicPr>
        <p:blipFill>
          <a:blip r:embed="rId3"/>
          <a:srcRect l="11152" r="48658"/>
          <a:stretch>
            <a:fillRect/>
          </a:stretch>
        </p:blipFill>
        <p:spPr>
          <a:xfrm>
            <a:off x="6172200" y="1825625"/>
            <a:ext cx="5181600" cy="4351338"/>
          </a:xfrm>
          <a:noFill/>
        </p:spPr>
      </p:pic>
      <p:sp>
        <p:nvSpPr>
          <p:cNvPr id="5" name="Slide Number Placeholder 4">
            <a:extLst>
              <a:ext uri="{FF2B5EF4-FFF2-40B4-BE49-F238E27FC236}">
                <a16:creationId xmlns:a16="http://schemas.microsoft.com/office/drawing/2014/main" id="{B9384BF7-EF2C-2EDC-9C7B-65179F2F2622}"/>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33</a:t>
            </a:fld>
            <a:endParaRPr lang="en-GB"/>
          </a:p>
        </p:txBody>
      </p:sp>
    </p:spTree>
    <p:extLst>
      <p:ext uri="{BB962C8B-B14F-4D97-AF65-F5344CB8AC3E}">
        <p14:creationId xmlns:p14="http://schemas.microsoft.com/office/powerpoint/2010/main" val="2028658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4743D-EF7A-4FE8-D34A-975EBD0611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7BB0E5-CBEC-33D8-31BA-8AE40031F00E}"/>
              </a:ext>
            </a:extLst>
          </p:cNvPr>
          <p:cNvSpPr>
            <a:spLocks noGrp="1"/>
          </p:cNvSpPr>
          <p:nvPr>
            <p:ph type="title"/>
          </p:nvPr>
        </p:nvSpPr>
        <p:spPr>
          <a:xfrm>
            <a:off x="838200" y="365125"/>
            <a:ext cx="10515600" cy="1325563"/>
          </a:xfrm>
        </p:spPr>
        <p:txBody>
          <a:bodyPr anchor="ctr">
            <a:normAutofit/>
          </a:bodyPr>
          <a:lstStyle/>
          <a:p>
            <a:r>
              <a:rPr lang="en-US" dirty="0"/>
              <a:t>Troubleshoot using File Explorer</a:t>
            </a:r>
            <a:endParaRPr lang="en-BE" dirty="0"/>
          </a:p>
        </p:txBody>
      </p:sp>
      <p:sp>
        <p:nvSpPr>
          <p:cNvPr id="3" name="Content Placeholder 2">
            <a:extLst>
              <a:ext uri="{FF2B5EF4-FFF2-40B4-BE49-F238E27FC236}">
                <a16:creationId xmlns:a16="http://schemas.microsoft.com/office/drawing/2014/main" id="{A2E5ACDD-8F95-AA53-DB30-92AA7138AF39}"/>
              </a:ext>
            </a:extLst>
          </p:cNvPr>
          <p:cNvSpPr>
            <a:spLocks noGrp="1"/>
          </p:cNvSpPr>
          <p:nvPr>
            <p:ph sz="half" idx="1"/>
          </p:nvPr>
        </p:nvSpPr>
        <p:spPr>
          <a:xfrm>
            <a:off x="838200" y="1825625"/>
            <a:ext cx="5181600" cy="4351338"/>
          </a:xfrm>
        </p:spPr>
        <p:txBody>
          <a:bodyPr>
            <a:normAutofit/>
          </a:bodyPr>
          <a:lstStyle/>
          <a:p>
            <a:r>
              <a:rPr lang="en-US" dirty="0"/>
              <a:t>Policy location</a:t>
            </a:r>
          </a:p>
          <a:p>
            <a:pPr lvl="1"/>
            <a:r>
              <a:rPr lang="en-US" sz="2800"/>
              <a:t>C:\Windows\System32\CodeIntegrity\CiPolicies\Active</a:t>
            </a:r>
          </a:p>
          <a:p>
            <a:pPr lvl="1"/>
            <a:endParaRPr lang="en-US" sz="2800" dirty="0"/>
          </a:p>
        </p:txBody>
      </p:sp>
      <p:pic>
        <p:nvPicPr>
          <p:cNvPr id="6" name="Picture 5" descr="A screenshot of a computer&#10;&#10;AI-generated content may be incorrect.">
            <a:extLst>
              <a:ext uri="{FF2B5EF4-FFF2-40B4-BE49-F238E27FC236}">
                <a16:creationId xmlns:a16="http://schemas.microsoft.com/office/drawing/2014/main" id="{E7078D0A-A384-49FB-E3E8-1744FC115D1E}"/>
              </a:ext>
            </a:extLst>
          </p:cNvPr>
          <p:cNvPicPr>
            <a:picLocks noChangeAspect="1"/>
          </p:cNvPicPr>
          <p:nvPr/>
        </p:nvPicPr>
        <p:blipFill>
          <a:blip r:embed="rId3">
            <a:extLst>
              <a:ext uri="{28A0092B-C50C-407E-A947-70E740481C1C}">
                <a14:useLocalDpi xmlns:a14="http://schemas.microsoft.com/office/drawing/2010/main" val="0"/>
              </a:ext>
            </a:extLst>
          </a:blip>
          <a:srcRect l="1795" r="37176"/>
          <a:stretch>
            <a:fillRect/>
          </a:stretch>
        </p:blipFill>
        <p:spPr>
          <a:xfrm>
            <a:off x="6172200" y="1825625"/>
            <a:ext cx="5181600" cy="4351338"/>
          </a:xfrm>
          <a:prstGeom prst="rect">
            <a:avLst/>
          </a:prstGeom>
          <a:noFill/>
        </p:spPr>
      </p:pic>
      <p:sp>
        <p:nvSpPr>
          <p:cNvPr id="5" name="Slide Number Placeholder 4">
            <a:extLst>
              <a:ext uri="{FF2B5EF4-FFF2-40B4-BE49-F238E27FC236}">
                <a16:creationId xmlns:a16="http://schemas.microsoft.com/office/drawing/2014/main" id="{B84BA475-03AD-5AE3-500B-10D953F4B15A}"/>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34</a:t>
            </a:fld>
            <a:endParaRPr lang="en-GB"/>
          </a:p>
        </p:txBody>
      </p:sp>
    </p:spTree>
    <p:extLst>
      <p:ext uri="{BB962C8B-B14F-4D97-AF65-F5344CB8AC3E}">
        <p14:creationId xmlns:p14="http://schemas.microsoft.com/office/powerpoint/2010/main" val="21211778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7D603-A9C9-99A0-BAE8-035AE761B8F4}"/>
              </a:ext>
            </a:extLst>
          </p:cNvPr>
          <p:cNvSpPr>
            <a:spLocks noGrp="1"/>
          </p:cNvSpPr>
          <p:nvPr>
            <p:ph type="title"/>
          </p:nvPr>
        </p:nvSpPr>
        <p:spPr/>
        <p:txBody>
          <a:bodyPr/>
          <a:lstStyle/>
          <a:p>
            <a:r>
              <a:rPr lang="en-US" dirty="0"/>
              <a:t>Troubleshoot using the Event Viewer</a:t>
            </a:r>
            <a:endParaRPr lang="en-BE" dirty="0"/>
          </a:p>
        </p:txBody>
      </p:sp>
      <p:sp>
        <p:nvSpPr>
          <p:cNvPr id="5" name="Content Placeholder 4">
            <a:extLst>
              <a:ext uri="{FF2B5EF4-FFF2-40B4-BE49-F238E27FC236}">
                <a16:creationId xmlns:a16="http://schemas.microsoft.com/office/drawing/2014/main" id="{B34DD436-75A2-7F30-BE95-494E82716597}"/>
              </a:ext>
            </a:extLst>
          </p:cNvPr>
          <p:cNvSpPr>
            <a:spLocks noGrp="1"/>
          </p:cNvSpPr>
          <p:nvPr>
            <p:ph sz="half" idx="1"/>
          </p:nvPr>
        </p:nvSpPr>
        <p:spPr/>
        <p:txBody>
          <a:bodyPr/>
          <a:lstStyle/>
          <a:p>
            <a:r>
              <a:rPr lang="en-US" dirty="0"/>
              <a:t>Applications and Services Logs &gt; Microsoft &gt; Windows &gt; DeviceManagement-Enterprise-Diagnostics-Provider &gt; Admin</a:t>
            </a:r>
          </a:p>
          <a:p>
            <a:pPr lvl="1"/>
            <a:r>
              <a:rPr lang="en-US" dirty="0"/>
              <a:t>Event ID 814/815: Indicates MDM policy download and application status</a:t>
            </a:r>
            <a:endParaRPr lang="en-BE" dirty="0"/>
          </a:p>
        </p:txBody>
      </p:sp>
      <p:pic>
        <p:nvPicPr>
          <p:cNvPr id="9" name="Content Placeholder 8" descr="A screenshot of a computer&#10;&#10;AI-generated content may be incorrect.">
            <a:extLst>
              <a:ext uri="{FF2B5EF4-FFF2-40B4-BE49-F238E27FC236}">
                <a16:creationId xmlns:a16="http://schemas.microsoft.com/office/drawing/2014/main" id="{BE76C736-69EA-603A-F125-6C28B2B7CD8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987775"/>
            <a:ext cx="5181600" cy="2027037"/>
          </a:xfrm>
        </p:spPr>
      </p:pic>
      <p:sp>
        <p:nvSpPr>
          <p:cNvPr id="4" name="Slide Number Placeholder 3">
            <a:extLst>
              <a:ext uri="{FF2B5EF4-FFF2-40B4-BE49-F238E27FC236}">
                <a16:creationId xmlns:a16="http://schemas.microsoft.com/office/drawing/2014/main" id="{AD686A12-9274-ED95-8827-B152194E94F8}"/>
              </a:ext>
            </a:extLst>
          </p:cNvPr>
          <p:cNvSpPr>
            <a:spLocks noGrp="1"/>
          </p:cNvSpPr>
          <p:nvPr>
            <p:ph type="sldNum" sz="quarter" idx="4"/>
          </p:nvPr>
        </p:nvSpPr>
        <p:spPr/>
        <p:txBody>
          <a:bodyPr/>
          <a:lstStyle/>
          <a:p>
            <a:fld id="{9F621982-67CF-4DE6-9B69-E7E59DF16CFA}" type="slidenum">
              <a:rPr lang="en-GB" smtClean="0"/>
              <a:pPr/>
              <a:t>35</a:t>
            </a:fld>
            <a:endParaRPr lang="en-GB" dirty="0"/>
          </a:p>
        </p:txBody>
      </p:sp>
      <p:sp>
        <p:nvSpPr>
          <p:cNvPr id="8" name="TextBox 7">
            <a:extLst>
              <a:ext uri="{FF2B5EF4-FFF2-40B4-BE49-F238E27FC236}">
                <a16:creationId xmlns:a16="http://schemas.microsoft.com/office/drawing/2014/main" id="{192C7989-367C-3632-3BB4-03FCD0B9C5B7}"/>
              </a:ext>
            </a:extLst>
          </p:cNvPr>
          <p:cNvSpPr txBox="1"/>
          <p:nvPr/>
        </p:nvSpPr>
        <p:spPr>
          <a:xfrm>
            <a:off x="1130474" y="6261594"/>
            <a:ext cx="6093912" cy="369332"/>
          </a:xfrm>
          <a:prstGeom prst="rect">
            <a:avLst/>
          </a:prstGeom>
          <a:noFill/>
        </p:spPr>
        <p:txBody>
          <a:bodyPr wrap="square">
            <a:spAutoFit/>
          </a:bodyPr>
          <a:lstStyle/>
          <a:p>
            <a:r>
              <a:rPr lang="en-US" dirty="0">
                <a:hlinkClick r:id="rId4">
                  <a:extLst>
                    <a:ext uri="{A12FA001-AC4F-418D-AE19-62706E023703}">
                      <ahyp:hlinkClr xmlns:ahyp="http://schemas.microsoft.com/office/drawing/2018/hyperlinkcolor" val="tx"/>
                    </a:ext>
                  </a:extLst>
                </a:hlinkClick>
              </a:rPr>
              <a:t>Understanding App Control event IDs | Microsoft Learn</a:t>
            </a:r>
            <a:endParaRPr lang="en-BE" dirty="0"/>
          </a:p>
        </p:txBody>
      </p:sp>
    </p:spTree>
    <p:extLst>
      <p:ext uri="{BB962C8B-B14F-4D97-AF65-F5344CB8AC3E}">
        <p14:creationId xmlns:p14="http://schemas.microsoft.com/office/powerpoint/2010/main" val="9110849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09C15-C769-4AA9-33DB-EAC3D92FF6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FDD26-46F4-9EE7-F13B-F5D1024B9568}"/>
              </a:ext>
            </a:extLst>
          </p:cNvPr>
          <p:cNvSpPr>
            <a:spLocks noGrp="1"/>
          </p:cNvSpPr>
          <p:nvPr>
            <p:ph type="title"/>
          </p:nvPr>
        </p:nvSpPr>
        <p:spPr/>
        <p:txBody>
          <a:bodyPr/>
          <a:lstStyle/>
          <a:p>
            <a:r>
              <a:rPr lang="en-US" dirty="0"/>
              <a:t>Troubleshoot using the Event Viewer</a:t>
            </a:r>
            <a:endParaRPr lang="en-BE" dirty="0"/>
          </a:p>
        </p:txBody>
      </p:sp>
      <p:sp>
        <p:nvSpPr>
          <p:cNvPr id="5" name="Content Placeholder 4">
            <a:extLst>
              <a:ext uri="{FF2B5EF4-FFF2-40B4-BE49-F238E27FC236}">
                <a16:creationId xmlns:a16="http://schemas.microsoft.com/office/drawing/2014/main" id="{28CF5B9C-3008-DCC1-5425-9254587A73C8}"/>
              </a:ext>
            </a:extLst>
          </p:cNvPr>
          <p:cNvSpPr>
            <a:spLocks noGrp="1"/>
          </p:cNvSpPr>
          <p:nvPr>
            <p:ph sz="half" idx="1"/>
          </p:nvPr>
        </p:nvSpPr>
        <p:spPr/>
        <p:txBody>
          <a:bodyPr>
            <a:normAutofit lnSpcReduction="10000"/>
          </a:bodyPr>
          <a:lstStyle/>
          <a:p>
            <a:r>
              <a:rPr lang="en-US" dirty="0"/>
              <a:t>Applications and Services logs - Microsoft - Windows - AppLocker - MSI and Script </a:t>
            </a:r>
          </a:p>
          <a:p>
            <a:pPr lvl="1"/>
            <a:r>
              <a:rPr lang="en-US" dirty="0"/>
              <a:t>Event ID 8039: Indicates that a packaged app was allowed to install or run because the policy is in audit mode. But it would have been blocked if the policy had been enforced.</a:t>
            </a:r>
          </a:p>
          <a:p>
            <a:pPr lvl="1"/>
            <a:r>
              <a:rPr lang="en-US" dirty="0"/>
              <a:t>Event ID 8040: Indicates that a packaged app was prevented from installing or running due to the policy.</a:t>
            </a:r>
          </a:p>
          <a:p>
            <a:pPr lvl="1"/>
            <a:endParaRPr lang="en-BE" dirty="0"/>
          </a:p>
        </p:txBody>
      </p:sp>
      <p:pic>
        <p:nvPicPr>
          <p:cNvPr id="7" name="Content Placeholder 6" descr="A screenshot of a computer&#10;&#10;AI-generated content may be incorrect.">
            <a:extLst>
              <a:ext uri="{FF2B5EF4-FFF2-40B4-BE49-F238E27FC236}">
                <a16:creationId xmlns:a16="http://schemas.microsoft.com/office/drawing/2014/main" id="{3EC8A3F2-C4E1-8DD8-8BD1-FFB6CD184B8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917350"/>
            <a:ext cx="5181600" cy="2167888"/>
          </a:xfrm>
        </p:spPr>
      </p:pic>
      <p:sp>
        <p:nvSpPr>
          <p:cNvPr id="4" name="Slide Number Placeholder 3">
            <a:extLst>
              <a:ext uri="{FF2B5EF4-FFF2-40B4-BE49-F238E27FC236}">
                <a16:creationId xmlns:a16="http://schemas.microsoft.com/office/drawing/2014/main" id="{815F17A5-B684-1503-2062-9843890127A8}"/>
              </a:ext>
            </a:extLst>
          </p:cNvPr>
          <p:cNvSpPr>
            <a:spLocks noGrp="1"/>
          </p:cNvSpPr>
          <p:nvPr>
            <p:ph type="sldNum" sz="quarter" idx="4"/>
          </p:nvPr>
        </p:nvSpPr>
        <p:spPr/>
        <p:txBody>
          <a:bodyPr/>
          <a:lstStyle/>
          <a:p>
            <a:fld id="{9F621982-67CF-4DE6-9B69-E7E59DF16CFA}" type="slidenum">
              <a:rPr lang="en-GB" smtClean="0"/>
              <a:pPr/>
              <a:t>36</a:t>
            </a:fld>
            <a:endParaRPr lang="en-GB" dirty="0"/>
          </a:p>
        </p:txBody>
      </p:sp>
      <p:sp>
        <p:nvSpPr>
          <p:cNvPr id="8" name="TextBox 7">
            <a:extLst>
              <a:ext uri="{FF2B5EF4-FFF2-40B4-BE49-F238E27FC236}">
                <a16:creationId xmlns:a16="http://schemas.microsoft.com/office/drawing/2014/main" id="{CF69F7FB-C58C-E7A0-0B68-085BE7AF5F6C}"/>
              </a:ext>
            </a:extLst>
          </p:cNvPr>
          <p:cNvSpPr txBox="1"/>
          <p:nvPr/>
        </p:nvSpPr>
        <p:spPr>
          <a:xfrm>
            <a:off x="1130474" y="6261594"/>
            <a:ext cx="6093912" cy="369332"/>
          </a:xfrm>
          <a:prstGeom prst="rect">
            <a:avLst/>
          </a:prstGeom>
          <a:noFill/>
        </p:spPr>
        <p:txBody>
          <a:bodyPr wrap="square">
            <a:spAutoFit/>
          </a:bodyPr>
          <a:lstStyle/>
          <a:p>
            <a:r>
              <a:rPr lang="en-US" dirty="0">
                <a:hlinkClick r:id="rId4">
                  <a:extLst>
                    <a:ext uri="{A12FA001-AC4F-418D-AE19-62706E023703}">
                      <ahyp:hlinkClr xmlns:ahyp="http://schemas.microsoft.com/office/drawing/2018/hyperlinkcolor" val="tx"/>
                    </a:ext>
                  </a:extLst>
                </a:hlinkClick>
              </a:rPr>
              <a:t>Understanding App Control event IDs | Microsoft Learn</a:t>
            </a:r>
            <a:endParaRPr lang="en-BE" dirty="0"/>
          </a:p>
        </p:txBody>
      </p:sp>
    </p:spTree>
    <p:extLst>
      <p:ext uri="{BB962C8B-B14F-4D97-AF65-F5344CB8AC3E}">
        <p14:creationId xmlns:p14="http://schemas.microsoft.com/office/powerpoint/2010/main" val="21819287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469C4-3DF2-3BC8-A931-F36F561BE9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F3AD9-ABD3-37EA-A9A9-9148CE219C85}"/>
              </a:ext>
            </a:extLst>
          </p:cNvPr>
          <p:cNvSpPr>
            <a:spLocks noGrp="1"/>
          </p:cNvSpPr>
          <p:nvPr>
            <p:ph type="title"/>
          </p:nvPr>
        </p:nvSpPr>
        <p:spPr/>
        <p:txBody>
          <a:bodyPr/>
          <a:lstStyle/>
          <a:p>
            <a:r>
              <a:rPr lang="en-US" dirty="0"/>
              <a:t>Troubleshoot using the Event Viewer</a:t>
            </a:r>
            <a:endParaRPr lang="en-BE" dirty="0"/>
          </a:p>
        </p:txBody>
      </p:sp>
      <p:sp>
        <p:nvSpPr>
          <p:cNvPr id="5" name="Content Placeholder 4">
            <a:extLst>
              <a:ext uri="{FF2B5EF4-FFF2-40B4-BE49-F238E27FC236}">
                <a16:creationId xmlns:a16="http://schemas.microsoft.com/office/drawing/2014/main" id="{0F85336C-9169-61E9-DE76-E28952665F41}"/>
              </a:ext>
            </a:extLst>
          </p:cNvPr>
          <p:cNvSpPr>
            <a:spLocks noGrp="1"/>
          </p:cNvSpPr>
          <p:nvPr>
            <p:ph sz="half" idx="1"/>
          </p:nvPr>
        </p:nvSpPr>
        <p:spPr/>
        <p:txBody>
          <a:bodyPr>
            <a:normAutofit/>
          </a:bodyPr>
          <a:lstStyle/>
          <a:p>
            <a:r>
              <a:rPr lang="en-US" dirty="0"/>
              <a:t>Applications and Services logs &gt; Microsoft &gt; Windows &gt; </a:t>
            </a:r>
            <a:r>
              <a:rPr lang="en-US" dirty="0" err="1"/>
              <a:t>CodeIntegrity</a:t>
            </a:r>
            <a:r>
              <a:rPr lang="en-US" dirty="0"/>
              <a:t> &gt; Operational </a:t>
            </a:r>
          </a:p>
          <a:p>
            <a:pPr lvl="1"/>
            <a:r>
              <a:rPr lang="en-US" dirty="0"/>
              <a:t>Event ID 3105: The system is attempting to refresh the Application Control policy with the specified policy ID</a:t>
            </a:r>
          </a:p>
          <a:p>
            <a:pPr lvl="1"/>
            <a:r>
              <a:rPr lang="en-US" dirty="0"/>
              <a:t>Event ID 3102: The system finished refreshing the Application Control policy.</a:t>
            </a:r>
          </a:p>
          <a:p>
            <a:pPr lvl="1"/>
            <a:endParaRPr lang="en-US" dirty="0"/>
          </a:p>
          <a:p>
            <a:pPr lvl="1"/>
            <a:endParaRPr lang="en-BE" dirty="0"/>
          </a:p>
        </p:txBody>
      </p:sp>
      <p:pic>
        <p:nvPicPr>
          <p:cNvPr id="7" name="Content Placeholder 6" descr="A screenshot of a computer&#10;&#10;AI-generated content may be incorrect.">
            <a:extLst>
              <a:ext uri="{FF2B5EF4-FFF2-40B4-BE49-F238E27FC236}">
                <a16:creationId xmlns:a16="http://schemas.microsoft.com/office/drawing/2014/main" id="{B65F2114-54AA-676E-B158-7900C426041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997921"/>
            <a:ext cx="5181600" cy="2006746"/>
          </a:xfrm>
        </p:spPr>
      </p:pic>
      <p:sp>
        <p:nvSpPr>
          <p:cNvPr id="4" name="Slide Number Placeholder 3">
            <a:extLst>
              <a:ext uri="{FF2B5EF4-FFF2-40B4-BE49-F238E27FC236}">
                <a16:creationId xmlns:a16="http://schemas.microsoft.com/office/drawing/2014/main" id="{FC36F701-D55A-765D-2CD7-82BB3240F33B}"/>
              </a:ext>
            </a:extLst>
          </p:cNvPr>
          <p:cNvSpPr>
            <a:spLocks noGrp="1"/>
          </p:cNvSpPr>
          <p:nvPr>
            <p:ph type="sldNum" sz="quarter" idx="4"/>
          </p:nvPr>
        </p:nvSpPr>
        <p:spPr/>
        <p:txBody>
          <a:bodyPr/>
          <a:lstStyle/>
          <a:p>
            <a:fld id="{9F621982-67CF-4DE6-9B69-E7E59DF16CFA}" type="slidenum">
              <a:rPr lang="en-GB" smtClean="0"/>
              <a:pPr/>
              <a:t>37</a:t>
            </a:fld>
            <a:endParaRPr lang="en-GB" dirty="0"/>
          </a:p>
        </p:txBody>
      </p:sp>
      <p:sp>
        <p:nvSpPr>
          <p:cNvPr id="8" name="TextBox 7">
            <a:extLst>
              <a:ext uri="{FF2B5EF4-FFF2-40B4-BE49-F238E27FC236}">
                <a16:creationId xmlns:a16="http://schemas.microsoft.com/office/drawing/2014/main" id="{29C53E45-C5DB-1A08-E033-212EAEC2811B}"/>
              </a:ext>
            </a:extLst>
          </p:cNvPr>
          <p:cNvSpPr txBox="1"/>
          <p:nvPr/>
        </p:nvSpPr>
        <p:spPr>
          <a:xfrm>
            <a:off x="1130474" y="6261594"/>
            <a:ext cx="6093912" cy="369332"/>
          </a:xfrm>
          <a:prstGeom prst="rect">
            <a:avLst/>
          </a:prstGeom>
          <a:noFill/>
        </p:spPr>
        <p:txBody>
          <a:bodyPr wrap="square">
            <a:spAutoFit/>
          </a:bodyPr>
          <a:lstStyle/>
          <a:p>
            <a:r>
              <a:rPr lang="en-US" dirty="0">
                <a:hlinkClick r:id="rId4">
                  <a:extLst>
                    <a:ext uri="{A12FA001-AC4F-418D-AE19-62706E023703}">
                      <ahyp:hlinkClr xmlns:ahyp="http://schemas.microsoft.com/office/drawing/2018/hyperlinkcolor" val="tx"/>
                    </a:ext>
                  </a:extLst>
                </a:hlinkClick>
              </a:rPr>
              <a:t>Understanding App Control event IDs | Microsoft Learn</a:t>
            </a:r>
            <a:endParaRPr lang="en-BE" dirty="0"/>
          </a:p>
        </p:txBody>
      </p:sp>
    </p:spTree>
    <p:extLst>
      <p:ext uri="{BB962C8B-B14F-4D97-AF65-F5344CB8AC3E}">
        <p14:creationId xmlns:p14="http://schemas.microsoft.com/office/powerpoint/2010/main" val="28439647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B6D6-B5DC-DF5C-C7CD-F4DAF0EFE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9B872-5FFD-1EF1-FA7D-308BE69F373E}"/>
              </a:ext>
            </a:extLst>
          </p:cNvPr>
          <p:cNvSpPr>
            <a:spLocks noGrp="1"/>
          </p:cNvSpPr>
          <p:nvPr>
            <p:ph type="title"/>
          </p:nvPr>
        </p:nvSpPr>
        <p:spPr/>
        <p:txBody>
          <a:bodyPr/>
          <a:lstStyle/>
          <a:p>
            <a:r>
              <a:rPr lang="en-US" dirty="0"/>
              <a:t>Troubleshoot using the Event Viewer</a:t>
            </a:r>
            <a:endParaRPr lang="en-BE" dirty="0"/>
          </a:p>
        </p:txBody>
      </p:sp>
      <p:sp>
        <p:nvSpPr>
          <p:cNvPr id="5" name="Content Placeholder 4">
            <a:extLst>
              <a:ext uri="{FF2B5EF4-FFF2-40B4-BE49-F238E27FC236}">
                <a16:creationId xmlns:a16="http://schemas.microsoft.com/office/drawing/2014/main" id="{C2BEEC58-4432-86FB-81F8-E586E0C5A67F}"/>
              </a:ext>
            </a:extLst>
          </p:cNvPr>
          <p:cNvSpPr>
            <a:spLocks noGrp="1"/>
          </p:cNvSpPr>
          <p:nvPr>
            <p:ph sz="half" idx="1"/>
          </p:nvPr>
        </p:nvSpPr>
        <p:spPr/>
        <p:txBody>
          <a:bodyPr>
            <a:normAutofit fontScale="77500" lnSpcReduction="20000"/>
          </a:bodyPr>
          <a:lstStyle/>
          <a:p>
            <a:r>
              <a:rPr lang="en-US" dirty="0"/>
              <a:t>Applications and Services logs &gt; Microsoft &gt; Windows &gt; </a:t>
            </a:r>
            <a:r>
              <a:rPr lang="en-US" dirty="0" err="1"/>
              <a:t>CodeIntegrity</a:t>
            </a:r>
            <a:r>
              <a:rPr lang="en-US" dirty="0"/>
              <a:t> &gt; Operational </a:t>
            </a:r>
          </a:p>
          <a:p>
            <a:pPr lvl="1"/>
            <a:r>
              <a:rPr lang="en-US" dirty="0"/>
              <a:t>Event ID 3076: </a:t>
            </a:r>
            <a:r>
              <a:rPr lang="en-US" dirty="0" err="1"/>
              <a:t>AppControlCodeIntegrityPolicyAudited</a:t>
            </a:r>
            <a:r>
              <a:rPr lang="en-US" dirty="0"/>
              <a:t>: Indicates the file would have been blocked if the policy was enforced.</a:t>
            </a:r>
          </a:p>
          <a:p>
            <a:pPr lvl="1"/>
            <a:r>
              <a:rPr lang="en-US" dirty="0"/>
              <a:t>Event ID 3077: </a:t>
            </a:r>
            <a:r>
              <a:rPr lang="en-US" dirty="0" err="1"/>
              <a:t>AppControlCodeIntegrityPolicyBlocked</a:t>
            </a:r>
            <a:r>
              <a:rPr lang="en-US" dirty="0"/>
              <a:t>: Indicates the file didn't pass your WDAC policy and was blocked.</a:t>
            </a:r>
          </a:p>
          <a:p>
            <a:pPr lvl="1"/>
            <a:r>
              <a:rPr lang="en-US" dirty="0"/>
              <a:t>Event ID 3091: Indicates that a file didn't have managed installer authorization, and the policy is in audit mode.</a:t>
            </a:r>
          </a:p>
          <a:p>
            <a:pPr lvl="1"/>
            <a:r>
              <a:rPr lang="en-US" dirty="0"/>
              <a:t>Event ID 3099: Indicates that a policy has been loaded. This event also includes information about the options set by the Application Control policy. </a:t>
            </a:r>
          </a:p>
          <a:p>
            <a:pPr lvl="1"/>
            <a:endParaRPr lang="en-US" dirty="0"/>
          </a:p>
          <a:p>
            <a:pPr lvl="1"/>
            <a:endParaRPr lang="en-US" dirty="0"/>
          </a:p>
          <a:p>
            <a:pPr lvl="1"/>
            <a:endParaRPr lang="en-US" dirty="0"/>
          </a:p>
          <a:p>
            <a:pPr lvl="1"/>
            <a:endParaRPr lang="en-BE" dirty="0"/>
          </a:p>
        </p:txBody>
      </p:sp>
      <p:pic>
        <p:nvPicPr>
          <p:cNvPr id="7" name="Content Placeholder 6" descr="A screenshot of a computer&#10;&#10;AI-generated content may be incorrect.">
            <a:extLst>
              <a:ext uri="{FF2B5EF4-FFF2-40B4-BE49-F238E27FC236}">
                <a16:creationId xmlns:a16="http://schemas.microsoft.com/office/drawing/2014/main" id="{F9C672E6-270A-CC16-6A1E-304E250F96B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997921"/>
            <a:ext cx="5181600" cy="2006746"/>
          </a:xfrm>
        </p:spPr>
      </p:pic>
      <p:sp>
        <p:nvSpPr>
          <p:cNvPr id="4" name="Slide Number Placeholder 3">
            <a:extLst>
              <a:ext uri="{FF2B5EF4-FFF2-40B4-BE49-F238E27FC236}">
                <a16:creationId xmlns:a16="http://schemas.microsoft.com/office/drawing/2014/main" id="{2F52EDD5-58DB-FDE4-8B27-CFD9B08C25D0}"/>
              </a:ext>
            </a:extLst>
          </p:cNvPr>
          <p:cNvSpPr>
            <a:spLocks noGrp="1"/>
          </p:cNvSpPr>
          <p:nvPr>
            <p:ph type="sldNum" sz="quarter" idx="4"/>
          </p:nvPr>
        </p:nvSpPr>
        <p:spPr/>
        <p:txBody>
          <a:bodyPr/>
          <a:lstStyle/>
          <a:p>
            <a:fld id="{9F621982-67CF-4DE6-9B69-E7E59DF16CFA}" type="slidenum">
              <a:rPr lang="en-GB" smtClean="0"/>
              <a:pPr/>
              <a:t>38</a:t>
            </a:fld>
            <a:endParaRPr lang="en-GB" dirty="0"/>
          </a:p>
        </p:txBody>
      </p:sp>
      <p:sp>
        <p:nvSpPr>
          <p:cNvPr id="8" name="TextBox 7">
            <a:extLst>
              <a:ext uri="{FF2B5EF4-FFF2-40B4-BE49-F238E27FC236}">
                <a16:creationId xmlns:a16="http://schemas.microsoft.com/office/drawing/2014/main" id="{771D168F-7771-0217-DA19-6D17F87D5983}"/>
              </a:ext>
            </a:extLst>
          </p:cNvPr>
          <p:cNvSpPr txBox="1"/>
          <p:nvPr/>
        </p:nvSpPr>
        <p:spPr>
          <a:xfrm>
            <a:off x="1130474" y="6261594"/>
            <a:ext cx="6093912" cy="369332"/>
          </a:xfrm>
          <a:prstGeom prst="rect">
            <a:avLst/>
          </a:prstGeom>
          <a:noFill/>
        </p:spPr>
        <p:txBody>
          <a:bodyPr wrap="square">
            <a:spAutoFit/>
          </a:bodyPr>
          <a:lstStyle/>
          <a:p>
            <a:r>
              <a:rPr lang="en-US" dirty="0">
                <a:hlinkClick r:id="rId4">
                  <a:extLst>
                    <a:ext uri="{A12FA001-AC4F-418D-AE19-62706E023703}">
                      <ahyp:hlinkClr xmlns:ahyp="http://schemas.microsoft.com/office/drawing/2018/hyperlinkcolor" val="tx"/>
                    </a:ext>
                  </a:extLst>
                </a:hlinkClick>
              </a:rPr>
              <a:t>Understanding App Control event IDs | Microsoft Learn</a:t>
            </a:r>
            <a:endParaRPr lang="en-BE" dirty="0"/>
          </a:p>
        </p:txBody>
      </p:sp>
    </p:spTree>
    <p:extLst>
      <p:ext uri="{BB962C8B-B14F-4D97-AF65-F5344CB8AC3E}">
        <p14:creationId xmlns:p14="http://schemas.microsoft.com/office/powerpoint/2010/main" val="2315970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F0AC2-83A7-F87E-72E2-70199CDA2B40}"/>
              </a:ext>
            </a:extLst>
          </p:cNvPr>
          <p:cNvSpPr>
            <a:spLocks noGrp="1"/>
          </p:cNvSpPr>
          <p:nvPr>
            <p:ph type="title"/>
          </p:nvPr>
        </p:nvSpPr>
        <p:spPr/>
        <p:txBody>
          <a:bodyPr/>
          <a:lstStyle/>
          <a:p>
            <a:r>
              <a:rPr lang="en-US" dirty="0"/>
              <a:t>Troubleshoot using the Intune Management Extension logs</a:t>
            </a:r>
            <a:endParaRPr lang="en-BE" dirty="0"/>
          </a:p>
        </p:txBody>
      </p:sp>
      <p:sp>
        <p:nvSpPr>
          <p:cNvPr id="3" name="Content Placeholder 2">
            <a:extLst>
              <a:ext uri="{FF2B5EF4-FFF2-40B4-BE49-F238E27FC236}">
                <a16:creationId xmlns:a16="http://schemas.microsoft.com/office/drawing/2014/main" id="{2563D64B-55FD-FE43-DE42-4BCEB9E38818}"/>
              </a:ext>
            </a:extLst>
          </p:cNvPr>
          <p:cNvSpPr>
            <a:spLocks noGrp="1"/>
          </p:cNvSpPr>
          <p:nvPr>
            <p:ph idx="1"/>
          </p:nvPr>
        </p:nvSpPr>
        <p:spPr/>
        <p:txBody>
          <a:bodyPr/>
          <a:lstStyle/>
          <a:p>
            <a:r>
              <a:rPr lang="en-US" dirty="0"/>
              <a:t>Open the </a:t>
            </a:r>
            <a:r>
              <a:rPr lang="en-US" dirty="0" err="1"/>
              <a:t>HealthScripts</a:t>
            </a:r>
            <a:r>
              <a:rPr lang="en-US" dirty="0"/>
              <a:t> log file.</a:t>
            </a:r>
          </a:p>
          <a:p>
            <a:pPr lvl="1"/>
            <a:r>
              <a:rPr lang="en-US" dirty="0"/>
              <a:t>C:\ProgramData\Microsoft\IntuneManagementExtension\Logs</a:t>
            </a:r>
          </a:p>
          <a:p>
            <a:r>
              <a:rPr lang="en-US" dirty="0"/>
              <a:t>Look for the </a:t>
            </a:r>
            <a:r>
              <a:rPr lang="en-US" b="1" dirty="0"/>
              <a:t>Managed Installer </a:t>
            </a:r>
            <a:r>
              <a:rPr lang="en-US" dirty="0"/>
              <a:t>policy ID</a:t>
            </a:r>
          </a:p>
          <a:p>
            <a:pPr lvl="1"/>
            <a:r>
              <a:rPr lang="en-US" dirty="0"/>
              <a:t>d78c1822-e082-491a-b3a7-4a701836481e</a:t>
            </a:r>
          </a:p>
          <a:p>
            <a:endParaRPr lang="en-BE" dirty="0"/>
          </a:p>
        </p:txBody>
      </p:sp>
      <p:sp>
        <p:nvSpPr>
          <p:cNvPr id="4" name="Slide Number Placeholder 3">
            <a:extLst>
              <a:ext uri="{FF2B5EF4-FFF2-40B4-BE49-F238E27FC236}">
                <a16:creationId xmlns:a16="http://schemas.microsoft.com/office/drawing/2014/main" id="{C06D6958-B1CE-39FF-90CE-DA6E390005C6}"/>
              </a:ext>
            </a:extLst>
          </p:cNvPr>
          <p:cNvSpPr>
            <a:spLocks noGrp="1"/>
          </p:cNvSpPr>
          <p:nvPr>
            <p:ph type="sldNum" sz="quarter" idx="4"/>
          </p:nvPr>
        </p:nvSpPr>
        <p:spPr/>
        <p:txBody>
          <a:bodyPr/>
          <a:lstStyle/>
          <a:p>
            <a:fld id="{9F621982-67CF-4DE6-9B69-E7E59DF16CFA}" type="slidenum">
              <a:rPr lang="en-GB" smtClean="0"/>
              <a:pPr/>
              <a:t>39</a:t>
            </a:fld>
            <a:endParaRPr lang="en-GB" dirty="0"/>
          </a:p>
        </p:txBody>
      </p:sp>
      <p:pic>
        <p:nvPicPr>
          <p:cNvPr id="6" name="Picture 5" descr="A close up of a blue line&#10;&#10;AI-generated content may be incorrect.">
            <a:extLst>
              <a:ext uri="{FF2B5EF4-FFF2-40B4-BE49-F238E27FC236}">
                <a16:creationId xmlns:a16="http://schemas.microsoft.com/office/drawing/2014/main" id="{68AFCE85-1FEE-EEE8-2635-3B2A9A1C3B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531" y="4001294"/>
            <a:ext cx="11436938" cy="1530429"/>
          </a:xfrm>
          <a:prstGeom prst="rect">
            <a:avLst/>
          </a:prstGeom>
        </p:spPr>
      </p:pic>
    </p:spTree>
    <p:extLst>
      <p:ext uri="{BB962C8B-B14F-4D97-AF65-F5344CB8AC3E}">
        <p14:creationId xmlns:p14="http://schemas.microsoft.com/office/powerpoint/2010/main" val="12528240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AE49E-0676-7E62-4ABD-5E45B3A26511}"/>
              </a:ext>
            </a:extLst>
          </p:cNvPr>
          <p:cNvSpPr>
            <a:spLocks noGrp="1"/>
          </p:cNvSpPr>
          <p:nvPr>
            <p:ph type="title"/>
          </p:nvPr>
        </p:nvSpPr>
        <p:spPr/>
        <p:txBody>
          <a:bodyPr anchor="ctr">
            <a:normAutofit/>
          </a:bodyPr>
          <a:lstStyle/>
          <a:p>
            <a:r>
              <a:rPr lang="en-US" dirty="0"/>
              <a:t>Troubleshoot using KQL (Device Query)</a:t>
            </a:r>
            <a:endParaRPr lang="en-BE" dirty="0"/>
          </a:p>
        </p:txBody>
      </p:sp>
      <p:sp>
        <p:nvSpPr>
          <p:cNvPr id="9" name="Content Placeholder 8">
            <a:extLst>
              <a:ext uri="{FF2B5EF4-FFF2-40B4-BE49-F238E27FC236}">
                <a16:creationId xmlns:a16="http://schemas.microsoft.com/office/drawing/2014/main" id="{16C72E65-3AC3-2C8D-FC0B-10D5B15D8A84}"/>
              </a:ext>
            </a:extLst>
          </p:cNvPr>
          <p:cNvSpPr>
            <a:spLocks noGrp="1"/>
          </p:cNvSpPr>
          <p:nvPr>
            <p:ph idx="1"/>
          </p:nvPr>
        </p:nvSpPr>
        <p:spPr/>
        <p:txBody>
          <a:bodyPr/>
          <a:lstStyle/>
          <a:p>
            <a:pPr marL="0" indent="0">
              <a:buNone/>
            </a:pPr>
            <a:r>
              <a:rPr lang="en-US" dirty="0" err="1"/>
              <a:t>WindowsEvent</a:t>
            </a:r>
            <a:r>
              <a:rPr lang="en-US" dirty="0"/>
              <a:t>("Microsoft-Windows-</a:t>
            </a:r>
            <a:r>
              <a:rPr lang="en-US" dirty="0" err="1"/>
              <a:t>CodeIntegrity</a:t>
            </a:r>
            <a:r>
              <a:rPr lang="en-US" dirty="0"/>
              <a:t>/Operational",1h) | where </a:t>
            </a:r>
            <a:r>
              <a:rPr lang="en-US" dirty="0" err="1"/>
              <a:t>EventId</a:t>
            </a:r>
            <a:r>
              <a:rPr lang="en-US" dirty="0"/>
              <a:t> == 3004</a:t>
            </a:r>
          </a:p>
          <a:p>
            <a:endParaRPr lang="en-BE" dirty="0"/>
          </a:p>
        </p:txBody>
      </p:sp>
      <p:sp>
        <p:nvSpPr>
          <p:cNvPr id="4" name="Slide Number Placeholder 3">
            <a:extLst>
              <a:ext uri="{FF2B5EF4-FFF2-40B4-BE49-F238E27FC236}">
                <a16:creationId xmlns:a16="http://schemas.microsoft.com/office/drawing/2014/main" id="{8488AB05-C968-CFD8-3323-78F76319BA2B}"/>
              </a:ext>
            </a:extLst>
          </p:cNvPr>
          <p:cNvSpPr>
            <a:spLocks noGrp="1"/>
          </p:cNvSpPr>
          <p:nvPr>
            <p:ph type="sldNum" sz="quarter" idx="4"/>
          </p:nvPr>
        </p:nvSpPr>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40</a:t>
            </a:fld>
            <a:endParaRPr lang="en-GB"/>
          </a:p>
        </p:txBody>
      </p:sp>
      <p:pic>
        <p:nvPicPr>
          <p:cNvPr id="6" name="Picture 5">
            <a:extLst>
              <a:ext uri="{FF2B5EF4-FFF2-40B4-BE49-F238E27FC236}">
                <a16:creationId xmlns:a16="http://schemas.microsoft.com/office/drawing/2014/main" id="{C1F1DA9E-A2BD-619A-3F7D-478A71EF02FD}"/>
              </a:ext>
            </a:extLst>
          </p:cNvPr>
          <p:cNvPicPr>
            <a:picLocks noChangeAspect="1"/>
          </p:cNvPicPr>
          <p:nvPr/>
        </p:nvPicPr>
        <p:blipFill>
          <a:blip r:embed="rId2"/>
          <a:srcRect t="52030" b="-13398"/>
          <a:stretch>
            <a:fillRect/>
          </a:stretch>
        </p:blipFill>
        <p:spPr>
          <a:xfrm>
            <a:off x="1036303" y="3323968"/>
            <a:ext cx="10119393" cy="2670338"/>
          </a:xfrm>
          <a:prstGeom prst="rect">
            <a:avLst/>
          </a:prstGeom>
          <a:noFill/>
        </p:spPr>
      </p:pic>
    </p:spTree>
    <p:extLst>
      <p:ext uri="{BB962C8B-B14F-4D97-AF65-F5344CB8AC3E}">
        <p14:creationId xmlns:p14="http://schemas.microsoft.com/office/powerpoint/2010/main" val="13745685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D6B54-D9C6-A933-A071-03A7BC51417C}"/>
              </a:ext>
            </a:extLst>
          </p:cNvPr>
          <p:cNvSpPr>
            <a:spLocks noGrp="1"/>
          </p:cNvSpPr>
          <p:nvPr>
            <p:ph type="title"/>
          </p:nvPr>
        </p:nvSpPr>
        <p:spPr/>
        <p:txBody>
          <a:bodyPr/>
          <a:lstStyle/>
          <a:p>
            <a:r>
              <a:rPr lang="en-US" dirty="0"/>
              <a:t>Best Practices for App Control for Business</a:t>
            </a:r>
            <a:endParaRPr lang="en-BE" dirty="0"/>
          </a:p>
        </p:txBody>
      </p:sp>
      <p:sp>
        <p:nvSpPr>
          <p:cNvPr id="4" name="Slide Number Placeholder 3">
            <a:extLst>
              <a:ext uri="{FF2B5EF4-FFF2-40B4-BE49-F238E27FC236}">
                <a16:creationId xmlns:a16="http://schemas.microsoft.com/office/drawing/2014/main" id="{63082D45-402B-DB32-B4F6-15F076EA25A6}"/>
              </a:ext>
            </a:extLst>
          </p:cNvPr>
          <p:cNvSpPr>
            <a:spLocks noGrp="1"/>
          </p:cNvSpPr>
          <p:nvPr>
            <p:ph type="sldNum" sz="quarter" idx="4"/>
          </p:nvPr>
        </p:nvSpPr>
        <p:spPr/>
        <p:txBody>
          <a:bodyPr/>
          <a:lstStyle/>
          <a:p>
            <a:fld id="{9F621982-67CF-4DE6-9B69-E7E59DF16CFA}" type="slidenum">
              <a:rPr lang="en-GB" smtClean="0"/>
              <a:pPr/>
              <a:t>41</a:t>
            </a:fld>
            <a:endParaRPr lang="en-GB" dirty="0"/>
          </a:p>
        </p:txBody>
      </p:sp>
      <p:graphicFrame>
        <p:nvGraphicFramePr>
          <p:cNvPr id="8" name="Text Placeholder 2">
            <a:extLst>
              <a:ext uri="{FF2B5EF4-FFF2-40B4-BE49-F238E27FC236}">
                <a16:creationId xmlns:a16="http://schemas.microsoft.com/office/drawing/2014/main" id="{68540790-3201-7535-2D3D-C9C613BC9188}"/>
              </a:ext>
            </a:extLst>
          </p:cNvPr>
          <p:cNvGraphicFramePr>
            <a:graphicFrameLocks noGrp="1"/>
          </p:cNvGraphicFramePr>
          <p:nvPr>
            <p:ph idx="1"/>
            <p:extLst>
              <p:ext uri="{D42A27DB-BD31-4B8C-83A1-F6EECF244321}">
                <p14:modId xmlns:p14="http://schemas.microsoft.com/office/powerpoint/2010/main" val="95809907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537772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AC80E6-3DA5-8150-5448-CBF94E870CF2}"/>
              </a:ext>
            </a:extLst>
          </p:cNvPr>
          <p:cNvSpPr>
            <a:spLocks noGrp="1"/>
          </p:cNvSpPr>
          <p:nvPr>
            <p:ph type="title"/>
          </p:nvPr>
        </p:nvSpPr>
        <p:spPr/>
        <p:txBody>
          <a:bodyPr>
            <a:normAutofit/>
          </a:bodyPr>
          <a:lstStyle/>
          <a:p>
            <a:r>
              <a:rPr lang="en-US" dirty="0"/>
              <a:t>Deployment considerations for Endpoint Privilege Management</a:t>
            </a:r>
            <a:endParaRPr lang="LID4096" dirty="0"/>
          </a:p>
        </p:txBody>
      </p:sp>
      <p:pic>
        <p:nvPicPr>
          <p:cNvPr id="8" name="Content Placeholder 7" descr="A screenshot of a computer&#10;&#10;AI-generated content may be incorrect.">
            <a:extLst>
              <a:ext uri="{FF2B5EF4-FFF2-40B4-BE49-F238E27FC236}">
                <a16:creationId xmlns:a16="http://schemas.microsoft.com/office/drawing/2014/main" id="{73740507-281F-1E37-2FF9-09EF3BCD695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23036" y="1825625"/>
            <a:ext cx="6745927" cy="4351338"/>
          </a:xfrm>
        </p:spPr>
      </p:pic>
      <p:sp>
        <p:nvSpPr>
          <p:cNvPr id="4" name="Tijdelijke aanduiding voor dianummer 3">
            <a:extLst>
              <a:ext uri="{FF2B5EF4-FFF2-40B4-BE49-F238E27FC236}">
                <a16:creationId xmlns:a16="http://schemas.microsoft.com/office/drawing/2014/main" id="{561834F5-F135-B174-A032-4FA2E4145D8D}"/>
              </a:ext>
            </a:extLst>
          </p:cNvPr>
          <p:cNvSpPr>
            <a:spLocks noGrp="1"/>
          </p:cNvSpPr>
          <p:nvPr>
            <p:ph type="sldNum" sz="quarter" idx="4"/>
          </p:nvPr>
        </p:nvSpPr>
        <p:spPr/>
        <p:txBody>
          <a:bodyPr/>
          <a:lstStyle/>
          <a:p>
            <a:fld id="{9F621982-67CF-4DE6-9B69-E7E59DF16CFA}" type="slidenum">
              <a:rPr lang="en-GB" smtClean="0"/>
              <a:pPr/>
              <a:t>42</a:t>
            </a:fld>
            <a:endParaRPr lang="en-GB" dirty="0"/>
          </a:p>
        </p:txBody>
      </p:sp>
      <p:cxnSp>
        <p:nvCxnSpPr>
          <p:cNvPr id="6" name="Rechte verbindingslijn 5">
            <a:extLst>
              <a:ext uri="{FF2B5EF4-FFF2-40B4-BE49-F238E27FC236}">
                <a16:creationId xmlns:a16="http://schemas.microsoft.com/office/drawing/2014/main" id="{52CEED59-28B0-05E5-107C-AD466EEE5EBA}"/>
              </a:ext>
            </a:extLst>
          </p:cNvPr>
          <p:cNvCxnSpPr/>
          <p:nvPr/>
        </p:nvCxnSpPr>
        <p:spPr>
          <a:xfrm>
            <a:off x="838200" y="552893"/>
            <a:ext cx="9018181" cy="935665"/>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el 1">
            <a:extLst>
              <a:ext uri="{FF2B5EF4-FFF2-40B4-BE49-F238E27FC236}">
                <a16:creationId xmlns:a16="http://schemas.microsoft.com/office/drawing/2014/main" id="{F5F36BF7-45F0-27C5-3F54-E4E3B6D9CE6A}"/>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Aptos Black" panose="020B0004020202020204" pitchFamily="34" charset="0"/>
                <a:ea typeface="+mj-ea"/>
                <a:cs typeface="+mj-cs"/>
              </a:defRPr>
            </a:lvl1pPr>
          </a:lstStyle>
          <a:p>
            <a:r>
              <a:rPr lang="en-US" dirty="0"/>
              <a:t>What can go wrong…</a:t>
            </a:r>
            <a:endParaRPr lang="LID4096" dirty="0"/>
          </a:p>
        </p:txBody>
      </p:sp>
    </p:spTree>
    <p:extLst>
      <p:ext uri="{BB962C8B-B14F-4D97-AF65-F5344CB8AC3E}">
        <p14:creationId xmlns:p14="http://schemas.microsoft.com/office/powerpoint/2010/main" val="2481755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xit" presetSubtype="0" fill="hold" nodeType="withEffect">
                                  <p:stCondLst>
                                    <p:cond delay="0"/>
                                  </p:stCondLst>
                                  <p:childTnLst>
                                    <p:animEffect transition="out" filter="fade">
                                      <p:cBhvr>
                                        <p:cTn id="9" dur="2000"/>
                                        <p:tgtEl>
                                          <p:spTgt spid="6"/>
                                        </p:tgtEl>
                                      </p:cBhvr>
                                    </p:animEffect>
                                    <p:set>
                                      <p:cBhvr>
                                        <p:cTn id="10" dur="1" fill="hold">
                                          <p:stCondLst>
                                            <p:cond delay="1999"/>
                                          </p:stCondLst>
                                        </p:cTn>
                                        <p:tgtEl>
                                          <p:spTgt spid="6"/>
                                        </p:tgtEl>
                                        <p:attrNameLst>
                                          <p:attrName>style.visibility</p:attrName>
                                        </p:attrNameLst>
                                      </p:cBhvr>
                                      <p:to>
                                        <p:strVal val="hidden"/>
                                      </p:to>
                                    </p:set>
                                  </p:childTnLst>
                                </p:cTn>
                              </p:par>
                            </p:childTnLst>
                          </p:cTn>
                        </p:par>
                        <p:par>
                          <p:cTn id="11" fill="hold">
                            <p:stCondLst>
                              <p:cond delay="2000"/>
                            </p:stCondLst>
                            <p:childTnLst>
                              <p:par>
                                <p:cTn id="12" presetID="10" presetClass="exit" presetSubtype="0" fill="hold" nodeType="afterEffect">
                                  <p:stCondLst>
                                    <p:cond delay="0"/>
                                  </p:stCondLst>
                                  <p:childTnLst>
                                    <p:animEffect transition="out" filter="fade">
                                      <p:cBhvr>
                                        <p:cTn id="13" dur="1000"/>
                                        <p:tgtEl>
                                          <p:spTgt spid="6"/>
                                        </p:tgtEl>
                                      </p:cBhvr>
                                    </p:animEffect>
                                    <p:set>
                                      <p:cBhvr>
                                        <p:cTn id="14" dur="1" fill="hold">
                                          <p:stCondLst>
                                            <p:cond delay="999"/>
                                          </p:stCondLst>
                                        </p:cTn>
                                        <p:tgtEl>
                                          <p:spTgt spid="6"/>
                                        </p:tgtEl>
                                        <p:attrNameLst>
                                          <p:attrName>style.visibility</p:attrName>
                                        </p:attrNameLst>
                                      </p:cBhvr>
                                      <p:to>
                                        <p:strVal val="hidden"/>
                                      </p:to>
                                    </p:set>
                                  </p:childTnLst>
                                </p:cTn>
                              </p:par>
                              <p:par>
                                <p:cTn id="15" presetID="10" presetClass="exit" presetSubtype="0" fill="hold" grpId="0" nodeType="withEffect">
                                  <p:stCondLst>
                                    <p:cond delay="0"/>
                                  </p:stCondLst>
                                  <p:childTnLst>
                                    <p:animEffect transition="out" filter="fade">
                                      <p:cBhvr>
                                        <p:cTn id="16" dur="500"/>
                                        <p:tgtEl>
                                          <p:spTgt spid="2"/>
                                        </p:tgtEl>
                                      </p:cBhvr>
                                    </p:animEffect>
                                    <p:set>
                                      <p:cBhvr>
                                        <p:cTn id="17" dur="1" fill="hold">
                                          <p:stCondLst>
                                            <p:cond delay="499"/>
                                          </p:stCondLst>
                                        </p:cTn>
                                        <p:tgtEl>
                                          <p:spTgt spid="2"/>
                                        </p:tgtEl>
                                        <p:attrNameLst>
                                          <p:attrName>style.visibility</p:attrName>
                                        </p:attrNameLst>
                                      </p:cBhvr>
                                      <p:to>
                                        <p:strVal val="hidden"/>
                                      </p:to>
                                    </p:set>
                                  </p:childTnLst>
                                </p:cTn>
                              </p:par>
                            </p:childTnLst>
                          </p:cTn>
                        </p:par>
                        <p:par>
                          <p:cTn id="18" fill="hold">
                            <p:stCondLst>
                              <p:cond delay="3000"/>
                            </p:stCondLst>
                            <p:childTnLst>
                              <p:par>
                                <p:cTn id="19" presetID="10" presetClass="entr" presetSubtype="0" fill="hold" nodeType="after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CEF03-BAF1-AFB6-4B73-DDD0B1F415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1A769-A6CB-98B9-3CD0-D0C98899063B}"/>
              </a:ext>
            </a:extLst>
          </p:cNvPr>
          <p:cNvSpPr>
            <a:spLocks noGrp="1"/>
          </p:cNvSpPr>
          <p:nvPr>
            <p:ph type="title"/>
          </p:nvPr>
        </p:nvSpPr>
        <p:spPr>
          <a:xfrm>
            <a:off x="838200" y="365125"/>
            <a:ext cx="10515600" cy="1325563"/>
          </a:xfrm>
        </p:spPr>
        <p:txBody>
          <a:bodyPr anchor="ctr">
            <a:normAutofit/>
          </a:bodyPr>
          <a:lstStyle/>
          <a:p>
            <a:r>
              <a:rPr lang="en-US" dirty="0"/>
              <a:t>Monitoring the impact of EPM on App Control for Business</a:t>
            </a:r>
            <a:endParaRPr lang="en-BE" dirty="0"/>
          </a:p>
        </p:txBody>
      </p:sp>
      <p:pic>
        <p:nvPicPr>
          <p:cNvPr id="6" name="Picture 5">
            <a:extLst>
              <a:ext uri="{FF2B5EF4-FFF2-40B4-BE49-F238E27FC236}">
                <a16:creationId xmlns:a16="http://schemas.microsoft.com/office/drawing/2014/main" id="{2AC10307-ADCA-972E-40E1-04DC2E57E6BB}"/>
              </a:ext>
            </a:extLst>
          </p:cNvPr>
          <p:cNvPicPr>
            <a:picLocks noChangeAspect="1"/>
          </p:cNvPicPr>
          <p:nvPr/>
        </p:nvPicPr>
        <p:blipFill>
          <a:blip r:embed="rId3"/>
          <a:stretch>
            <a:fillRect/>
          </a:stretch>
        </p:blipFill>
        <p:spPr>
          <a:xfrm>
            <a:off x="1850793" y="1825625"/>
            <a:ext cx="8490414" cy="4351338"/>
          </a:xfrm>
          <a:prstGeom prst="rect">
            <a:avLst/>
          </a:prstGeom>
          <a:noFill/>
        </p:spPr>
      </p:pic>
      <p:sp>
        <p:nvSpPr>
          <p:cNvPr id="4" name="Slide Number Placeholder 3">
            <a:extLst>
              <a:ext uri="{FF2B5EF4-FFF2-40B4-BE49-F238E27FC236}">
                <a16:creationId xmlns:a16="http://schemas.microsoft.com/office/drawing/2014/main" id="{84214154-BFAB-AAEC-DC78-5AC0B00058D8}"/>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43</a:t>
            </a:fld>
            <a:endParaRPr lang="en-GB"/>
          </a:p>
        </p:txBody>
      </p:sp>
    </p:spTree>
    <p:extLst>
      <p:ext uri="{BB962C8B-B14F-4D97-AF65-F5344CB8AC3E}">
        <p14:creationId xmlns:p14="http://schemas.microsoft.com/office/powerpoint/2010/main" val="6462489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64836-76F3-7E30-6BE0-6C595DAF1AE3}"/>
              </a:ext>
            </a:extLst>
          </p:cNvPr>
          <p:cNvSpPr>
            <a:spLocks noGrp="1"/>
          </p:cNvSpPr>
          <p:nvPr>
            <p:ph type="title"/>
          </p:nvPr>
        </p:nvSpPr>
        <p:spPr/>
        <p:txBody>
          <a:bodyPr/>
          <a:lstStyle/>
          <a:p>
            <a:r>
              <a:rPr lang="en-US" dirty="0"/>
              <a:t>Monitoring the impact of EPM on App Control for Business</a:t>
            </a:r>
            <a:endParaRPr lang="en-BE" dirty="0"/>
          </a:p>
        </p:txBody>
      </p:sp>
      <p:pic>
        <p:nvPicPr>
          <p:cNvPr id="6" name="Content Placeholder 5" descr="A screenshot of a computer&#10;&#10;AI-generated content may be incorrect.">
            <a:extLst>
              <a:ext uri="{FF2B5EF4-FFF2-40B4-BE49-F238E27FC236}">
                <a16:creationId xmlns:a16="http://schemas.microsoft.com/office/drawing/2014/main" id="{AA7848A6-5602-4C7F-0D26-E2A1C47DD7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616873"/>
            <a:ext cx="10515600" cy="2768841"/>
          </a:xfrm>
        </p:spPr>
      </p:pic>
      <p:sp>
        <p:nvSpPr>
          <p:cNvPr id="4" name="Slide Number Placeholder 3">
            <a:extLst>
              <a:ext uri="{FF2B5EF4-FFF2-40B4-BE49-F238E27FC236}">
                <a16:creationId xmlns:a16="http://schemas.microsoft.com/office/drawing/2014/main" id="{D52433A7-C2D0-0F6F-A0C6-F43357FD27BB}"/>
              </a:ext>
            </a:extLst>
          </p:cNvPr>
          <p:cNvSpPr>
            <a:spLocks noGrp="1"/>
          </p:cNvSpPr>
          <p:nvPr>
            <p:ph type="sldNum" sz="quarter" idx="4"/>
          </p:nvPr>
        </p:nvSpPr>
        <p:spPr/>
        <p:txBody>
          <a:bodyPr/>
          <a:lstStyle/>
          <a:p>
            <a:fld id="{9F621982-67CF-4DE6-9B69-E7E59DF16CFA}" type="slidenum">
              <a:rPr lang="en-GB" smtClean="0"/>
              <a:pPr/>
              <a:t>44</a:t>
            </a:fld>
            <a:endParaRPr lang="en-GB" dirty="0"/>
          </a:p>
        </p:txBody>
      </p:sp>
    </p:spTree>
    <p:extLst>
      <p:ext uri="{BB962C8B-B14F-4D97-AF65-F5344CB8AC3E}">
        <p14:creationId xmlns:p14="http://schemas.microsoft.com/office/powerpoint/2010/main" val="15121291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9BC50-A737-963C-0149-0B5E88817662}"/>
              </a:ext>
            </a:extLst>
          </p:cNvPr>
          <p:cNvSpPr>
            <a:spLocks noGrp="1"/>
          </p:cNvSpPr>
          <p:nvPr>
            <p:ph type="title"/>
          </p:nvPr>
        </p:nvSpPr>
        <p:spPr/>
        <p:txBody>
          <a:bodyPr/>
          <a:lstStyle/>
          <a:p>
            <a:r>
              <a:rPr lang="en-US" dirty="0"/>
              <a:t>Remediating the impact of EPM</a:t>
            </a:r>
            <a:endParaRPr lang="en-BE" dirty="0"/>
          </a:p>
        </p:txBody>
      </p:sp>
      <p:sp>
        <p:nvSpPr>
          <p:cNvPr id="3" name="Content Placeholder 2">
            <a:extLst>
              <a:ext uri="{FF2B5EF4-FFF2-40B4-BE49-F238E27FC236}">
                <a16:creationId xmlns:a16="http://schemas.microsoft.com/office/drawing/2014/main" id="{AC08F5DB-DA4D-F1CE-A964-5FF6CAD10AC8}"/>
              </a:ext>
            </a:extLst>
          </p:cNvPr>
          <p:cNvSpPr>
            <a:spLocks noGrp="1"/>
          </p:cNvSpPr>
          <p:nvPr>
            <p:ph idx="1"/>
          </p:nvPr>
        </p:nvSpPr>
        <p:spPr/>
        <p:txBody>
          <a:bodyPr/>
          <a:lstStyle/>
          <a:p>
            <a:r>
              <a:rPr lang="en-US" dirty="0"/>
              <a:t>Creating a Supplemental Policy on top of your Base Policy!</a:t>
            </a:r>
            <a:endParaRPr lang="en-BE" dirty="0"/>
          </a:p>
        </p:txBody>
      </p:sp>
      <p:sp>
        <p:nvSpPr>
          <p:cNvPr id="4" name="Slide Number Placeholder 3">
            <a:extLst>
              <a:ext uri="{FF2B5EF4-FFF2-40B4-BE49-F238E27FC236}">
                <a16:creationId xmlns:a16="http://schemas.microsoft.com/office/drawing/2014/main" id="{A69840CD-63A1-7BD7-22E9-1A004577B130}"/>
              </a:ext>
            </a:extLst>
          </p:cNvPr>
          <p:cNvSpPr>
            <a:spLocks noGrp="1"/>
          </p:cNvSpPr>
          <p:nvPr>
            <p:ph type="sldNum" sz="quarter" idx="4"/>
          </p:nvPr>
        </p:nvSpPr>
        <p:spPr/>
        <p:txBody>
          <a:bodyPr/>
          <a:lstStyle/>
          <a:p>
            <a:fld id="{9F621982-67CF-4DE6-9B69-E7E59DF16CFA}" type="slidenum">
              <a:rPr lang="en-GB" smtClean="0"/>
              <a:pPr/>
              <a:t>45</a:t>
            </a:fld>
            <a:endParaRPr lang="en-GB" dirty="0"/>
          </a:p>
        </p:txBody>
      </p:sp>
      <p:pic>
        <p:nvPicPr>
          <p:cNvPr id="6" name="Picture 5">
            <a:extLst>
              <a:ext uri="{FF2B5EF4-FFF2-40B4-BE49-F238E27FC236}">
                <a16:creationId xmlns:a16="http://schemas.microsoft.com/office/drawing/2014/main" id="{F52C07D6-1593-A47F-41E2-1FB92AE604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1024" y="2412935"/>
            <a:ext cx="6889952" cy="3898965"/>
          </a:xfrm>
          <a:prstGeom prst="rect">
            <a:avLst/>
          </a:prstGeom>
        </p:spPr>
      </p:pic>
    </p:spTree>
    <p:extLst>
      <p:ext uri="{BB962C8B-B14F-4D97-AF65-F5344CB8AC3E}">
        <p14:creationId xmlns:p14="http://schemas.microsoft.com/office/powerpoint/2010/main" val="36583989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10AEF-B702-9A22-9BD9-4C60BBE09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6BCDF-3C39-D0D0-60A7-EF75475E4C76}"/>
              </a:ext>
            </a:extLst>
          </p:cNvPr>
          <p:cNvSpPr>
            <a:spLocks noGrp="1"/>
          </p:cNvSpPr>
          <p:nvPr>
            <p:ph type="title"/>
          </p:nvPr>
        </p:nvSpPr>
        <p:spPr>
          <a:xfrm>
            <a:off x="838200" y="365125"/>
            <a:ext cx="10515600" cy="1325563"/>
          </a:xfrm>
        </p:spPr>
        <p:txBody>
          <a:bodyPr anchor="ctr">
            <a:normAutofit/>
          </a:bodyPr>
          <a:lstStyle/>
          <a:p>
            <a:r>
              <a:rPr lang="en-US" dirty="0"/>
              <a:t>Creating the XML</a:t>
            </a:r>
            <a:endParaRPr lang="en-BE" dirty="0"/>
          </a:p>
        </p:txBody>
      </p:sp>
      <p:pic>
        <p:nvPicPr>
          <p:cNvPr id="5" name="Picture 4">
            <a:extLst>
              <a:ext uri="{FF2B5EF4-FFF2-40B4-BE49-F238E27FC236}">
                <a16:creationId xmlns:a16="http://schemas.microsoft.com/office/drawing/2014/main" id="{639C8406-C0B4-B854-2685-6EF27C72EFF2}"/>
              </a:ext>
            </a:extLst>
          </p:cNvPr>
          <p:cNvPicPr>
            <a:picLocks noChangeAspect="1"/>
          </p:cNvPicPr>
          <p:nvPr/>
        </p:nvPicPr>
        <p:blipFill>
          <a:blip r:embed="rId2"/>
          <a:stretch>
            <a:fillRect/>
          </a:stretch>
        </p:blipFill>
        <p:spPr>
          <a:xfrm>
            <a:off x="3566152" y="1825625"/>
            <a:ext cx="5059696" cy="4351338"/>
          </a:xfrm>
          <a:prstGeom prst="rect">
            <a:avLst/>
          </a:prstGeom>
          <a:noFill/>
        </p:spPr>
      </p:pic>
      <p:sp>
        <p:nvSpPr>
          <p:cNvPr id="4" name="Slide Number Placeholder 3">
            <a:extLst>
              <a:ext uri="{FF2B5EF4-FFF2-40B4-BE49-F238E27FC236}">
                <a16:creationId xmlns:a16="http://schemas.microsoft.com/office/drawing/2014/main" id="{94200BA4-F738-0D3B-B546-F1C6FC1E1D25}"/>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46</a:t>
            </a:fld>
            <a:endParaRPr lang="en-GB"/>
          </a:p>
        </p:txBody>
      </p:sp>
    </p:spTree>
    <p:extLst>
      <p:ext uri="{BB962C8B-B14F-4D97-AF65-F5344CB8AC3E}">
        <p14:creationId xmlns:p14="http://schemas.microsoft.com/office/powerpoint/2010/main" val="39606098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877E2-FFF9-B23A-1954-3C413CA74E94}"/>
              </a:ext>
            </a:extLst>
          </p:cNvPr>
          <p:cNvSpPr>
            <a:spLocks noGrp="1"/>
          </p:cNvSpPr>
          <p:nvPr>
            <p:ph type="title"/>
          </p:nvPr>
        </p:nvSpPr>
        <p:spPr/>
        <p:txBody>
          <a:bodyPr/>
          <a:lstStyle/>
          <a:p>
            <a:r>
              <a:rPr lang="en-US" dirty="0"/>
              <a:t>Troubleshooting EPM – Confirm Dual Enrollment</a:t>
            </a:r>
            <a:endParaRPr lang="en-BE" dirty="0"/>
          </a:p>
        </p:txBody>
      </p:sp>
      <p:sp>
        <p:nvSpPr>
          <p:cNvPr id="3" name="Content Placeholder 2">
            <a:extLst>
              <a:ext uri="{FF2B5EF4-FFF2-40B4-BE49-F238E27FC236}">
                <a16:creationId xmlns:a16="http://schemas.microsoft.com/office/drawing/2014/main" id="{4F321928-6B71-0A99-5917-4BCE53A37545}"/>
              </a:ext>
            </a:extLst>
          </p:cNvPr>
          <p:cNvSpPr>
            <a:spLocks noGrp="1"/>
          </p:cNvSpPr>
          <p:nvPr>
            <p:ph idx="1"/>
          </p:nvPr>
        </p:nvSpPr>
        <p:spPr/>
        <p:txBody>
          <a:bodyPr/>
          <a:lstStyle/>
          <a:p>
            <a:r>
              <a:rPr lang="en-US" b="1" dirty="0">
                <a:solidFill>
                  <a:schemeClr val="tx1"/>
                </a:solidFill>
              </a:rPr>
              <a:t>Task Scheduler &gt; Microsoft &gt; Windows &gt; </a:t>
            </a:r>
            <a:r>
              <a:rPr lang="en-US" b="1" dirty="0" err="1">
                <a:solidFill>
                  <a:schemeClr val="tx1"/>
                </a:solidFill>
              </a:rPr>
              <a:t>EnterpriseMgmt</a:t>
            </a:r>
            <a:r>
              <a:rPr lang="en-US" b="1" dirty="0">
                <a:solidFill>
                  <a:schemeClr val="tx1"/>
                </a:solidFill>
              </a:rPr>
              <a:t> &gt; </a:t>
            </a:r>
            <a:r>
              <a:rPr lang="en-US" b="1" dirty="0" err="1">
                <a:solidFill>
                  <a:schemeClr val="tx1"/>
                </a:solidFill>
              </a:rPr>
              <a:t>EnterpriseMgmt</a:t>
            </a:r>
            <a:endParaRPr lang="en-US" b="1" dirty="0">
              <a:solidFill>
                <a:schemeClr val="tx1"/>
              </a:solidFill>
            </a:endParaRPr>
          </a:p>
          <a:p>
            <a:pPr lvl="1"/>
            <a:r>
              <a:rPr lang="en-US" b="1" dirty="0">
                <a:solidFill>
                  <a:schemeClr val="tx1"/>
                </a:solidFill>
              </a:rPr>
              <a:t>2 GUIDs should be visible</a:t>
            </a:r>
            <a:endParaRPr lang="en-BE" dirty="0"/>
          </a:p>
        </p:txBody>
      </p:sp>
      <p:sp>
        <p:nvSpPr>
          <p:cNvPr id="4" name="Slide Number Placeholder 3">
            <a:extLst>
              <a:ext uri="{FF2B5EF4-FFF2-40B4-BE49-F238E27FC236}">
                <a16:creationId xmlns:a16="http://schemas.microsoft.com/office/drawing/2014/main" id="{939B0132-E411-26AF-BDF3-512223107945}"/>
              </a:ext>
            </a:extLst>
          </p:cNvPr>
          <p:cNvSpPr>
            <a:spLocks noGrp="1"/>
          </p:cNvSpPr>
          <p:nvPr>
            <p:ph type="sldNum" sz="quarter" idx="4"/>
          </p:nvPr>
        </p:nvSpPr>
        <p:spPr/>
        <p:txBody>
          <a:bodyPr/>
          <a:lstStyle/>
          <a:p>
            <a:fld id="{9F621982-67CF-4DE6-9B69-E7E59DF16CFA}" type="slidenum">
              <a:rPr lang="en-GB" smtClean="0"/>
              <a:pPr/>
              <a:t>47</a:t>
            </a:fld>
            <a:endParaRPr lang="en-GB" dirty="0"/>
          </a:p>
        </p:txBody>
      </p:sp>
      <p:pic>
        <p:nvPicPr>
          <p:cNvPr id="6" name="Picture 5">
            <a:extLst>
              <a:ext uri="{FF2B5EF4-FFF2-40B4-BE49-F238E27FC236}">
                <a16:creationId xmlns:a16="http://schemas.microsoft.com/office/drawing/2014/main" id="{A33BB437-975D-05F8-8F61-A603629AD437}"/>
              </a:ext>
            </a:extLst>
          </p:cNvPr>
          <p:cNvPicPr>
            <a:picLocks noChangeAspect="1"/>
          </p:cNvPicPr>
          <p:nvPr/>
        </p:nvPicPr>
        <p:blipFill>
          <a:blip r:embed="rId3"/>
          <a:stretch>
            <a:fillRect/>
          </a:stretch>
        </p:blipFill>
        <p:spPr>
          <a:xfrm>
            <a:off x="2745230" y="4001294"/>
            <a:ext cx="6701539" cy="1961426"/>
          </a:xfrm>
          <a:prstGeom prst="rect">
            <a:avLst/>
          </a:prstGeom>
        </p:spPr>
      </p:pic>
    </p:spTree>
    <p:extLst>
      <p:ext uri="{BB962C8B-B14F-4D97-AF65-F5344CB8AC3E}">
        <p14:creationId xmlns:p14="http://schemas.microsoft.com/office/powerpoint/2010/main" val="27454998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F5DA7-67A7-CD4F-4A0B-B686C327B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28428-5336-3F29-17D2-911A195479BB}"/>
              </a:ext>
            </a:extLst>
          </p:cNvPr>
          <p:cNvSpPr>
            <a:spLocks noGrp="1"/>
          </p:cNvSpPr>
          <p:nvPr>
            <p:ph type="title"/>
          </p:nvPr>
        </p:nvSpPr>
        <p:spPr/>
        <p:txBody>
          <a:bodyPr/>
          <a:lstStyle/>
          <a:p>
            <a:r>
              <a:rPr lang="en-US" dirty="0"/>
              <a:t>Troubleshooting EPM – Check the files</a:t>
            </a:r>
            <a:endParaRPr lang="en-BE" dirty="0"/>
          </a:p>
        </p:txBody>
      </p:sp>
      <p:pic>
        <p:nvPicPr>
          <p:cNvPr id="6" name="Content Placeholder 5" descr="A screenshot of a computer&#10;&#10;AI-generated content may be incorrect.">
            <a:extLst>
              <a:ext uri="{FF2B5EF4-FFF2-40B4-BE49-F238E27FC236}">
                <a16:creationId xmlns:a16="http://schemas.microsoft.com/office/drawing/2014/main" id="{5CBED2DB-9250-D574-3067-7AA5AAA3767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04604" y="1825625"/>
            <a:ext cx="6782791" cy="4351338"/>
          </a:xfrm>
        </p:spPr>
      </p:pic>
      <p:sp>
        <p:nvSpPr>
          <p:cNvPr id="4" name="Slide Number Placeholder 3">
            <a:extLst>
              <a:ext uri="{FF2B5EF4-FFF2-40B4-BE49-F238E27FC236}">
                <a16:creationId xmlns:a16="http://schemas.microsoft.com/office/drawing/2014/main" id="{6E7F6E55-5AC1-B18B-9A87-A13254C31497}"/>
              </a:ext>
            </a:extLst>
          </p:cNvPr>
          <p:cNvSpPr>
            <a:spLocks noGrp="1"/>
          </p:cNvSpPr>
          <p:nvPr>
            <p:ph type="sldNum" sz="quarter" idx="4"/>
          </p:nvPr>
        </p:nvSpPr>
        <p:spPr/>
        <p:txBody>
          <a:bodyPr/>
          <a:lstStyle/>
          <a:p>
            <a:fld id="{9F621982-67CF-4DE6-9B69-E7E59DF16CFA}" type="slidenum">
              <a:rPr lang="en-GB" smtClean="0"/>
              <a:pPr/>
              <a:t>48</a:t>
            </a:fld>
            <a:endParaRPr lang="en-GB" dirty="0"/>
          </a:p>
        </p:txBody>
      </p:sp>
    </p:spTree>
    <p:extLst>
      <p:ext uri="{BB962C8B-B14F-4D97-AF65-F5344CB8AC3E}">
        <p14:creationId xmlns:p14="http://schemas.microsoft.com/office/powerpoint/2010/main" val="30010598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E3550-6893-7563-4B41-711DB10D1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1F54F-5325-291F-077C-650B2ACBE8DB}"/>
              </a:ext>
            </a:extLst>
          </p:cNvPr>
          <p:cNvSpPr>
            <a:spLocks noGrp="1"/>
          </p:cNvSpPr>
          <p:nvPr>
            <p:ph type="title"/>
          </p:nvPr>
        </p:nvSpPr>
        <p:spPr/>
        <p:txBody>
          <a:bodyPr/>
          <a:lstStyle/>
          <a:p>
            <a:r>
              <a:rPr lang="en-US" dirty="0"/>
              <a:t>Troubleshooting EPM – Verify the EPM Service</a:t>
            </a:r>
            <a:endParaRPr lang="en-BE" dirty="0"/>
          </a:p>
        </p:txBody>
      </p:sp>
      <p:sp>
        <p:nvSpPr>
          <p:cNvPr id="3" name="Content Placeholder 2">
            <a:extLst>
              <a:ext uri="{FF2B5EF4-FFF2-40B4-BE49-F238E27FC236}">
                <a16:creationId xmlns:a16="http://schemas.microsoft.com/office/drawing/2014/main" id="{F5A4BD88-602D-A066-CBE7-F4FA130DDD3D}"/>
              </a:ext>
            </a:extLst>
          </p:cNvPr>
          <p:cNvSpPr>
            <a:spLocks noGrp="1"/>
          </p:cNvSpPr>
          <p:nvPr>
            <p:ph idx="1"/>
          </p:nvPr>
        </p:nvSpPr>
        <p:spPr/>
        <p:txBody>
          <a:bodyPr/>
          <a:lstStyle/>
          <a:p>
            <a:r>
              <a:rPr lang="en-US" dirty="0"/>
              <a:t>Open Task Manager </a:t>
            </a:r>
          </a:p>
          <a:p>
            <a:r>
              <a:rPr lang="en-US" dirty="0"/>
              <a:t>Verify EPM Service </a:t>
            </a:r>
          </a:p>
        </p:txBody>
      </p:sp>
      <p:sp>
        <p:nvSpPr>
          <p:cNvPr id="4" name="Slide Number Placeholder 3">
            <a:extLst>
              <a:ext uri="{FF2B5EF4-FFF2-40B4-BE49-F238E27FC236}">
                <a16:creationId xmlns:a16="http://schemas.microsoft.com/office/drawing/2014/main" id="{42805ED9-315E-D627-A25F-97C24532B6B4}"/>
              </a:ext>
            </a:extLst>
          </p:cNvPr>
          <p:cNvSpPr>
            <a:spLocks noGrp="1"/>
          </p:cNvSpPr>
          <p:nvPr>
            <p:ph type="sldNum" sz="quarter" idx="4"/>
          </p:nvPr>
        </p:nvSpPr>
        <p:spPr/>
        <p:txBody>
          <a:bodyPr/>
          <a:lstStyle/>
          <a:p>
            <a:fld id="{9F621982-67CF-4DE6-9B69-E7E59DF16CFA}" type="slidenum">
              <a:rPr lang="en-GB" smtClean="0"/>
              <a:pPr/>
              <a:t>49</a:t>
            </a:fld>
            <a:endParaRPr lang="en-GB" dirty="0"/>
          </a:p>
        </p:txBody>
      </p:sp>
      <p:pic>
        <p:nvPicPr>
          <p:cNvPr id="8" name="Picture 7" descr="A screenshot of a computer&#10;&#10;AI-generated content may be incorrect.">
            <a:extLst>
              <a:ext uri="{FF2B5EF4-FFF2-40B4-BE49-F238E27FC236}">
                <a16:creationId xmlns:a16="http://schemas.microsoft.com/office/drawing/2014/main" id="{FFE795A5-5CA7-B1A6-57B9-0ECC3DD714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8868" y="2959076"/>
            <a:ext cx="7074264" cy="939848"/>
          </a:xfrm>
          <a:prstGeom prst="rect">
            <a:avLst/>
          </a:prstGeom>
        </p:spPr>
      </p:pic>
    </p:spTree>
    <p:extLst>
      <p:ext uri="{BB962C8B-B14F-4D97-AF65-F5344CB8AC3E}">
        <p14:creationId xmlns:p14="http://schemas.microsoft.com/office/powerpoint/2010/main" val="23874730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8D77C-1A77-8872-827F-0BB8E384B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FE340-627B-FAF2-4AA0-5CBEFA04B013}"/>
              </a:ext>
            </a:extLst>
          </p:cNvPr>
          <p:cNvSpPr>
            <a:spLocks noGrp="1"/>
          </p:cNvSpPr>
          <p:nvPr>
            <p:ph type="title"/>
          </p:nvPr>
        </p:nvSpPr>
        <p:spPr>
          <a:xfrm>
            <a:off x="838200" y="365125"/>
            <a:ext cx="10515600" cy="1325563"/>
          </a:xfrm>
        </p:spPr>
        <p:txBody>
          <a:bodyPr anchor="ctr">
            <a:normAutofit/>
          </a:bodyPr>
          <a:lstStyle/>
          <a:p>
            <a:r>
              <a:rPr lang="en-US" dirty="0"/>
              <a:t>Troubleshooting EPM - PowerShell</a:t>
            </a:r>
            <a:endParaRPr lang="en-BE" dirty="0"/>
          </a:p>
        </p:txBody>
      </p:sp>
      <p:pic>
        <p:nvPicPr>
          <p:cNvPr id="6" name="Picture 5">
            <a:extLst>
              <a:ext uri="{FF2B5EF4-FFF2-40B4-BE49-F238E27FC236}">
                <a16:creationId xmlns:a16="http://schemas.microsoft.com/office/drawing/2014/main" id="{DD860549-27EB-351B-FA26-086893E8E65B}"/>
              </a:ext>
            </a:extLst>
          </p:cNvPr>
          <p:cNvPicPr>
            <a:picLocks noChangeAspect="1"/>
          </p:cNvPicPr>
          <p:nvPr/>
        </p:nvPicPr>
        <p:blipFill>
          <a:blip r:embed="rId3"/>
          <a:stretch>
            <a:fillRect/>
          </a:stretch>
        </p:blipFill>
        <p:spPr>
          <a:xfrm>
            <a:off x="838200" y="2279365"/>
            <a:ext cx="10515600" cy="3443858"/>
          </a:xfrm>
          <a:prstGeom prst="rect">
            <a:avLst/>
          </a:prstGeom>
          <a:noFill/>
        </p:spPr>
      </p:pic>
      <p:sp>
        <p:nvSpPr>
          <p:cNvPr id="4" name="Slide Number Placeholder 3">
            <a:extLst>
              <a:ext uri="{FF2B5EF4-FFF2-40B4-BE49-F238E27FC236}">
                <a16:creationId xmlns:a16="http://schemas.microsoft.com/office/drawing/2014/main" id="{84FD04B8-3575-C56E-F689-50B01ACF0868}"/>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50</a:t>
            </a:fld>
            <a:endParaRPr lang="en-GB"/>
          </a:p>
        </p:txBody>
      </p:sp>
    </p:spTree>
    <p:extLst>
      <p:ext uri="{BB962C8B-B14F-4D97-AF65-F5344CB8AC3E}">
        <p14:creationId xmlns:p14="http://schemas.microsoft.com/office/powerpoint/2010/main" val="35839558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0DA0-1499-DC32-2F76-B549C839EF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0F75F-3639-9955-FCC5-B26B38C60174}"/>
              </a:ext>
            </a:extLst>
          </p:cNvPr>
          <p:cNvSpPr>
            <a:spLocks noGrp="1"/>
          </p:cNvSpPr>
          <p:nvPr>
            <p:ph type="title"/>
          </p:nvPr>
        </p:nvSpPr>
        <p:spPr>
          <a:xfrm>
            <a:off x="838200" y="365125"/>
            <a:ext cx="10515600" cy="1325563"/>
          </a:xfrm>
        </p:spPr>
        <p:txBody>
          <a:bodyPr anchor="ctr">
            <a:normAutofit/>
          </a:bodyPr>
          <a:lstStyle/>
          <a:p>
            <a:r>
              <a:rPr lang="en-US" dirty="0"/>
              <a:t>Troubleshooting EPM - PowerShell</a:t>
            </a:r>
            <a:endParaRPr lang="en-BE" dirty="0"/>
          </a:p>
        </p:txBody>
      </p:sp>
      <p:pic>
        <p:nvPicPr>
          <p:cNvPr id="5" name="Picture 4" descr="A computer screen shot of a blue screen&#10;&#10;AI-generated content may be incorrect.">
            <a:extLst>
              <a:ext uri="{FF2B5EF4-FFF2-40B4-BE49-F238E27FC236}">
                <a16:creationId xmlns:a16="http://schemas.microsoft.com/office/drawing/2014/main" id="{29065B2C-F7B7-75C2-3041-F7247234C4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9779" y="1825625"/>
            <a:ext cx="4592441" cy="4351338"/>
          </a:xfrm>
          <a:prstGeom prst="rect">
            <a:avLst/>
          </a:prstGeom>
          <a:noFill/>
        </p:spPr>
      </p:pic>
      <p:sp>
        <p:nvSpPr>
          <p:cNvPr id="4" name="Slide Number Placeholder 3">
            <a:extLst>
              <a:ext uri="{FF2B5EF4-FFF2-40B4-BE49-F238E27FC236}">
                <a16:creationId xmlns:a16="http://schemas.microsoft.com/office/drawing/2014/main" id="{5B90CD1F-4F7C-C303-CCB4-6C4CF91F2638}"/>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51</a:t>
            </a:fld>
            <a:endParaRPr lang="en-GB"/>
          </a:p>
        </p:txBody>
      </p:sp>
    </p:spTree>
    <p:extLst>
      <p:ext uri="{BB962C8B-B14F-4D97-AF65-F5344CB8AC3E}">
        <p14:creationId xmlns:p14="http://schemas.microsoft.com/office/powerpoint/2010/main" val="3247832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834D9-AF15-101F-4A8D-BFA7E3C947A4}"/>
              </a:ext>
            </a:extLst>
          </p:cNvPr>
          <p:cNvSpPr>
            <a:spLocks noGrp="1"/>
          </p:cNvSpPr>
          <p:nvPr>
            <p:ph type="title"/>
          </p:nvPr>
        </p:nvSpPr>
        <p:spPr/>
        <p:txBody>
          <a:bodyPr/>
          <a:lstStyle/>
          <a:p>
            <a:r>
              <a:rPr lang="en-US" dirty="0"/>
              <a:t>We’re not in Kansas anymore…</a:t>
            </a:r>
            <a:endParaRPr lang="en-BE" dirty="0"/>
          </a:p>
        </p:txBody>
      </p:sp>
      <p:pic>
        <p:nvPicPr>
          <p:cNvPr id="6" name="Content Placeholder 5" descr="A screenshot of a computer&#10;&#10;AI-generated content may be incorrect.">
            <a:extLst>
              <a:ext uri="{FF2B5EF4-FFF2-40B4-BE49-F238E27FC236}">
                <a16:creationId xmlns:a16="http://schemas.microsoft.com/office/drawing/2014/main" id="{8F67E6E4-7A80-BCE4-BD71-E8E91A43A0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08247" y="1825625"/>
            <a:ext cx="3775505" cy="4351338"/>
          </a:xfrm>
        </p:spPr>
      </p:pic>
      <p:sp>
        <p:nvSpPr>
          <p:cNvPr id="4" name="Slide Number Placeholder 3">
            <a:extLst>
              <a:ext uri="{FF2B5EF4-FFF2-40B4-BE49-F238E27FC236}">
                <a16:creationId xmlns:a16="http://schemas.microsoft.com/office/drawing/2014/main" id="{E39EFD9B-1BC0-077B-C467-1C8B931ABF8D}"/>
              </a:ext>
            </a:extLst>
          </p:cNvPr>
          <p:cNvSpPr>
            <a:spLocks noGrp="1"/>
          </p:cNvSpPr>
          <p:nvPr>
            <p:ph type="sldNum" sz="quarter" idx="4"/>
          </p:nvPr>
        </p:nvSpPr>
        <p:spPr/>
        <p:txBody>
          <a:bodyPr/>
          <a:lstStyle/>
          <a:p>
            <a:fld id="{9F621982-67CF-4DE6-9B69-E7E59DF16CFA}" type="slidenum">
              <a:rPr lang="en-GB" smtClean="0"/>
              <a:pPr/>
              <a:t>52</a:t>
            </a:fld>
            <a:endParaRPr lang="en-GB" dirty="0"/>
          </a:p>
        </p:txBody>
      </p:sp>
    </p:spTree>
    <p:extLst>
      <p:ext uri="{BB962C8B-B14F-4D97-AF65-F5344CB8AC3E}">
        <p14:creationId xmlns:p14="http://schemas.microsoft.com/office/powerpoint/2010/main" val="21521804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F2A60-5C68-FDFC-C2D9-EAF41FA4BEAB}"/>
              </a:ext>
            </a:extLst>
          </p:cNvPr>
          <p:cNvSpPr>
            <a:spLocks noGrp="1"/>
          </p:cNvSpPr>
          <p:nvPr>
            <p:ph type="title"/>
          </p:nvPr>
        </p:nvSpPr>
        <p:spPr>
          <a:xfrm>
            <a:off x="838200" y="365125"/>
            <a:ext cx="10515600" cy="1325563"/>
          </a:xfrm>
        </p:spPr>
        <p:txBody>
          <a:bodyPr anchor="ctr">
            <a:normAutofit/>
          </a:bodyPr>
          <a:lstStyle/>
          <a:p>
            <a:r>
              <a:rPr lang="en-US" dirty="0"/>
              <a:t>Possible future solutions?</a:t>
            </a:r>
            <a:endParaRPr lang="en-BE" dirty="0"/>
          </a:p>
        </p:txBody>
      </p:sp>
      <p:sp>
        <p:nvSpPr>
          <p:cNvPr id="4" name="Slide Number Placeholder 3">
            <a:extLst>
              <a:ext uri="{FF2B5EF4-FFF2-40B4-BE49-F238E27FC236}">
                <a16:creationId xmlns:a16="http://schemas.microsoft.com/office/drawing/2014/main" id="{74D298ED-A5ED-AE4A-62AB-B6141BF8F864}"/>
              </a:ext>
            </a:extLst>
          </p:cNvPr>
          <p:cNvSpPr>
            <a:spLocks noGrp="1"/>
          </p:cNvSpPr>
          <p:nvPr>
            <p:ph type="sldNum" sz="quarter" idx="4"/>
          </p:nvPr>
        </p:nvSpPr>
        <p:spPr>
          <a:xfrm>
            <a:off x="9136811" y="6261594"/>
            <a:ext cx="2743200" cy="365125"/>
          </a:xfrm>
        </p:spPr>
        <p:txBody>
          <a:bodyPr>
            <a:normAutofit/>
          </a:bodyPr>
          <a:lstStyle/>
          <a:p>
            <a:pPr>
              <a:lnSpc>
                <a:spcPct val="90000"/>
              </a:lnSpc>
              <a:spcAft>
                <a:spcPts val="600"/>
              </a:spcAft>
            </a:pPr>
            <a:fld id="{9F621982-67CF-4DE6-9B69-E7E59DF16CFA}" type="slidenum">
              <a:rPr lang="en-GB" smtClean="0"/>
              <a:pPr>
                <a:lnSpc>
                  <a:spcPct val="90000"/>
                </a:lnSpc>
                <a:spcAft>
                  <a:spcPts val="600"/>
                </a:spcAft>
              </a:pPr>
              <a:t>53</a:t>
            </a:fld>
            <a:endParaRPr lang="en-GB"/>
          </a:p>
        </p:txBody>
      </p:sp>
      <p:graphicFrame>
        <p:nvGraphicFramePr>
          <p:cNvPr id="6" name="Content Placeholder 2">
            <a:extLst>
              <a:ext uri="{FF2B5EF4-FFF2-40B4-BE49-F238E27FC236}">
                <a16:creationId xmlns:a16="http://schemas.microsoft.com/office/drawing/2014/main" id="{11C6F702-49AF-B56D-3731-52A65D422C6A}"/>
              </a:ext>
            </a:extLst>
          </p:cNvPr>
          <p:cNvGraphicFramePr>
            <a:graphicFrameLocks noGrp="1"/>
          </p:cNvGraphicFramePr>
          <p:nvPr>
            <p:ph idx="1"/>
            <p:extLst>
              <p:ext uri="{D42A27DB-BD31-4B8C-83A1-F6EECF244321}">
                <p14:modId xmlns:p14="http://schemas.microsoft.com/office/powerpoint/2010/main" val="416693970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969709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3E550450-2795-2443-BFC1-E0A9370680AB}"/>
              </a:ext>
            </a:extLst>
          </p:cNvPr>
          <p:cNvSpPr>
            <a:spLocks noGrp="1"/>
          </p:cNvSpPr>
          <p:nvPr>
            <p:ph type="sldNum" sz="quarter" idx="4"/>
          </p:nvPr>
        </p:nvSpPr>
        <p:spPr/>
        <p:txBody>
          <a:bodyPr/>
          <a:lstStyle/>
          <a:p>
            <a:fld id="{9F621982-67CF-4DE6-9B69-E7E59DF16CFA}" type="slidenum">
              <a:rPr lang="en-GB" smtClean="0"/>
              <a:pPr/>
              <a:t>54</a:t>
            </a:fld>
            <a:endParaRPr lang="en-GB"/>
          </a:p>
        </p:txBody>
      </p:sp>
      <p:pic>
        <p:nvPicPr>
          <p:cNvPr id="3" name="Picture 2" descr="Happy Season 17 GIF by The Simpsons">
            <a:extLst>
              <a:ext uri="{FF2B5EF4-FFF2-40B4-BE49-F238E27FC236}">
                <a16:creationId xmlns:a16="http://schemas.microsoft.com/office/drawing/2014/main" id="{4DCF8C66-7A09-6CF3-CF04-2AC6BDC4AF4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11136" y="1253331"/>
            <a:ext cx="5769729" cy="4351338"/>
          </a:xfrm>
          <a:prstGeom prst="rect">
            <a:avLst/>
          </a:prstGeom>
          <a:solidFill>
            <a:srgbClr val="FFFFFF"/>
          </a:solidFill>
        </p:spPr>
      </p:pic>
    </p:spTree>
    <p:extLst>
      <p:ext uri="{BB962C8B-B14F-4D97-AF65-F5344CB8AC3E}">
        <p14:creationId xmlns:p14="http://schemas.microsoft.com/office/powerpoint/2010/main" val="25391692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B723BC8F-E48A-D0CA-2047-FFA31F0A380B}"/>
              </a:ext>
            </a:extLst>
          </p:cNvPr>
          <p:cNvSpPr>
            <a:spLocks/>
          </p:cNvSpPr>
          <p:nvPr/>
        </p:nvSpPr>
        <p:spPr>
          <a:xfrm>
            <a:off x="66675" y="1896387"/>
            <a:ext cx="12058650" cy="2206663"/>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Rectangle 40">
            <a:extLst>
              <a:ext uri="{FF2B5EF4-FFF2-40B4-BE49-F238E27FC236}">
                <a16:creationId xmlns:a16="http://schemas.microsoft.com/office/drawing/2014/main" id="{10D5177F-32A5-D80B-9E39-53346FF1D17E}"/>
              </a:ext>
            </a:extLst>
          </p:cNvPr>
          <p:cNvSpPr/>
          <p:nvPr/>
        </p:nvSpPr>
        <p:spPr>
          <a:xfrm>
            <a:off x="66675" y="5822589"/>
            <a:ext cx="4431906" cy="1008935"/>
          </a:xfrm>
          <a:prstGeom prst="rect">
            <a:avLst/>
          </a:prstGeom>
          <a:noFill/>
          <a:ln w="2857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654B2162-ECC2-03C7-E075-8626F322035F}"/>
              </a:ext>
            </a:extLst>
          </p:cNvPr>
          <p:cNvSpPr/>
          <p:nvPr/>
        </p:nvSpPr>
        <p:spPr>
          <a:xfrm>
            <a:off x="66675" y="4199802"/>
            <a:ext cx="12058650" cy="1508504"/>
          </a:xfrm>
          <a:prstGeom prst="rect">
            <a:avLst/>
          </a:prstGeom>
          <a:noFill/>
          <a:ln w="571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highlight>
                <a:srgbClr val="C0C0C0"/>
              </a:highlight>
            </a:endParaRPr>
          </a:p>
        </p:txBody>
      </p:sp>
      <p:sp>
        <p:nvSpPr>
          <p:cNvPr id="38" name="Rectangle 37">
            <a:extLst>
              <a:ext uri="{FF2B5EF4-FFF2-40B4-BE49-F238E27FC236}">
                <a16:creationId xmlns:a16="http://schemas.microsoft.com/office/drawing/2014/main" id="{85107484-F61A-C424-7B57-7DB9084B0DF5}"/>
              </a:ext>
            </a:extLst>
          </p:cNvPr>
          <p:cNvSpPr/>
          <p:nvPr/>
        </p:nvSpPr>
        <p:spPr>
          <a:xfrm>
            <a:off x="66675" y="64576"/>
            <a:ext cx="12058650" cy="1726017"/>
          </a:xfrm>
          <a:prstGeom prst="rect">
            <a:avLst/>
          </a:prstGeom>
          <a:noFill/>
          <a:ln w="76200" cap="rnd">
            <a:solidFill>
              <a:schemeClr val="accent4">
                <a:lumMod val="20000"/>
                <a:lumOff val="80000"/>
              </a:schemeClr>
            </a:solidFill>
            <a:prstDash val="solid"/>
            <a:beve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descr="A black and purple logo&#10;&#10;AI-generated content may be incorrect.">
            <a:extLst>
              <a:ext uri="{FF2B5EF4-FFF2-40B4-BE49-F238E27FC236}">
                <a16:creationId xmlns:a16="http://schemas.microsoft.com/office/drawing/2014/main" id="{D8D7BDBC-8446-3358-FAD1-B9557FEF50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835" y="6094440"/>
            <a:ext cx="1440000" cy="465231"/>
          </a:xfrm>
          <a:prstGeom prst="rect">
            <a:avLst/>
          </a:prstGeom>
        </p:spPr>
      </p:pic>
      <p:pic>
        <p:nvPicPr>
          <p:cNvPr id="5" name="Picture 4" descr="A yellow arrow and a black background&#10;&#10;AI-generated content may be incorrect.">
            <a:extLst>
              <a:ext uri="{FF2B5EF4-FFF2-40B4-BE49-F238E27FC236}">
                <a16:creationId xmlns:a16="http://schemas.microsoft.com/office/drawing/2014/main" id="{CAAF5C26-F5C3-4ADD-5F12-F80B345ADF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125" y="196535"/>
            <a:ext cx="1401267" cy="1385897"/>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E52B550E-0730-1325-DA71-A476F08E75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2907" y="278729"/>
            <a:ext cx="3399974" cy="1077172"/>
          </a:xfrm>
          <a:prstGeom prst="rect">
            <a:avLst/>
          </a:prstGeom>
        </p:spPr>
      </p:pic>
      <p:pic>
        <p:nvPicPr>
          <p:cNvPr id="13" name="Picture 12" descr="A black and grey logo&#10;&#10;AI-generated content may be incorrect.">
            <a:extLst>
              <a:ext uri="{FF2B5EF4-FFF2-40B4-BE49-F238E27FC236}">
                <a16:creationId xmlns:a16="http://schemas.microsoft.com/office/drawing/2014/main" id="{E05215C8-FFAF-D9F8-B41F-0E08A673C52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2907" y="2155214"/>
            <a:ext cx="2160000" cy="460688"/>
          </a:xfrm>
          <a:prstGeom prst="rect">
            <a:avLst/>
          </a:prstGeom>
        </p:spPr>
      </p:pic>
      <p:pic>
        <p:nvPicPr>
          <p:cNvPr id="15" name="Graphic 14">
            <a:extLst>
              <a:ext uri="{FF2B5EF4-FFF2-40B4-BE49-F238E27FC236}">
                <a16:creationId xmlns:a16="http://schemas.microsoft.com/office/drawing/2014/main" id="{D14EC63E-8965-6C9A-E2B6-12411576826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10944" y="2217897"/>
            <a:ext cx="2985056" cy="490876"/>
          </a:xfrm>
          <a:prstGeom prst="rect">
            <a:avLst/>
          </a:prstGeom>
        </p:spPr>
      </p:pic>
      <p:pic>
        <p:nvPicPr>
          <p:cNvPr id="19" name="Picture 18" descr="A black and blue logo&#10;&#10;AI-generated content may be incorrect.">
            <a:extLst>
              <a:ext uri="{FF2B5EF4-FFF2-40B4-BE49-F238E27FC236}">
                <a16:creationId xmlns:a16="http://schemas.microsoft.com/office/drawing/2014/main" id="{684953D6-8E0D-C23F-C145-F2E3EBC91AC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13971" y="2381805"/>
            <a:ext cx="2731500" cy="326553"/>
          </a:xfrm>
          <a:prstGeom prst="rect">
            <a:avLst/>
          </a:prstGeom>
        </p:spPr>
      </p:pic>
      <p:pic>
        <p:nvPicPr>
          <p:cNvPr id="14" name="Graphic 13">
            <a:extLst>
              <a:ext uri="{FF2B5EF4-FFF2-40B4-BE49-F238E27FC236}">
                <a16:creationId xmlns:a16="http://schemas.microsoft.com/office/drawing/2014/main" id="{9549FA6B-BC70-ED0A-CA45-31AF3982450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04428" y="3255558"/>
            <a:ext cx="1886697" cy="585022"/>
          </a:xfrm>
          <a:prstGeom prst="rect">
            <a:avLst/>
          </a:prstGeom>
        </p:spPr>
      </p:pic>
      <p:pic>
        <p:nvPicPr>
          <p:cNvPr id="18" name="Graphic 17">
            <a:extLst>
              <a:ext uri="{FF2B5EF4-FFF2-40B4-BE49-F238E27FC236}">
                <a16:creationId xmlns:a16="http://schemas.microsoft.com/office/drawing/2014/main" id="{2240454D-9889-C865-C221-456B79CF556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14312" y="3048271"/>
            <a:ext cx="1488523" cy="669768"/>
          </a:xfrm>
          <a:prstGeom prst="rect">
            <a:avLst/>
          </a:prstGeom>
        </p:spPr>
      </p:pic>
      <p:pic>
        <p:nvPicPr>
          <p:cNvPr id="22" name="Graphic 21">
            <a:extLst>
              <a:ext uri="{FF2B5EF4-FFF2-40B4-BE49-F238E27FC236}">
                <a16:creationId xmlns:a16="http://schemas.microsoft.com/office/drawing/2014/main" id="{B5CBC4CA-83F1-C365-5E84-19A8237A736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062263" y="4971536"/>
            <a:ext cx="1329844" cy="514305"/>
          </a:xfrm>
          <a:prstGeom prst="rect">
            <a:avLst/>
          </a:prstGeom>
        </p:spPr>
      </p:pic>
      <p:pic>
        <p:nvPicPr>
          <p:cNvPr id="24" name="Graphic 23">
            <a:extLst>
              <a:ext uri="{FF2B5EF4-FFF2-40B4-BE49-F238E27FC236}">
                <a16:creationId xmlns:a16="http://schemas.microsoft.com/office/drawing/2014/main" id="{56275D98-E040-8908-40E4-E39F13119E2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849000" y="4370253"/>
            <a:ext cx="2247000" cy="506366"/>
          </a:xfrm>
          <a:prstGeom prst="rect">
            <a:avLst/>
          </a:prstGeom>
        </p:spPr>
      </p:pic>
      <p:pic>
        <p:nvPicPr>
          <p:cNvPr id="26" name="Graphic 25">
            <a:extLst>
              <a:ext uri="{FF2B5EF4-FFF2-40B4-BE49-F238E27FC236}">
                <a16:creationId xmlns:a16="http://schemas.microsoft.com/office/drawing/2014/main" id="{A2A50599-935C-E042-900B-8F92C133EAF2}"/>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9251841" y="5103036"/>
            <a:ext cx="2657425" cy="408303"/>
          </a:xfrm>
          <a:prstGeom prst="rect">
            <a:avLst/>
          </a:prstGeom>
        </p:spPr>
      </p:pic>
      <p:pic>
        <p:nvPicPr>
          <p:cNvPr id="28" name="Graphic 27">
            <a:extLst>
              <a:ext uri="{FF2B5EF4-FFF2-40B4-BE49-F238E27FC236}">
                <a16:creationId xmlns:a16="http://schemas.microsoft.com/office/drawing/2014/main" id="{BA02278E-D35C-6782-233D-EBC12B574458}"/>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665175" y="5095746"/>
            <a:ext cx="1981171" cy="347512"/>
          </a:xfrm>
          <a:prstGeom prst="rect">
            <a:avLst/>
          </a:prstGeom>
        </p:spPr>
      </p:pic>
      <p:pic>
        <p:nvPicPr>
          <p:cNvPr id="30" name="Picture 29" descr="A close up of a logo&#10;&#10;AI-generated content may be incorrect.">
            <a:extLst>
              <a:ext uri="{FF2B5EF4-FFF2-40B4-BE49-F238E27FC236}">
                <a16:creationId xmlns:a16="http://schemas.microsoft.com/office/drawing/2014/main" id="{C226810A-1290-BE2C-410E-7FF59FDFDC22}"/>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522907" y="6038069"/>
            <a:ext cx="1440000" cy="705938"/>
          </a:xfrm>
          <a:prstGeom prst="rect">
            <a:avLst/>
          </a:prstGeom>
        </p:spPr>
      </p:pic>
      <p:pic>
        <p:nvPicPr>
          <p:cNvPr id="1026" name="Picture 2">
            <a:extLst>
              <a:ext uri="{FF2B5EF4-FFF2-40B4-BE49-F238E27FC236}">
                <a16:creationId xmlns:a16="http://schemas.microsoft.com/office/drawing/2014/main" id="{89B32275-B7F1-0055-9D0C-531A414C042B}"/>
              </a:ext>
            </a:extLst>
          </p:cNvPr>
          <p:cNvPicPr>
            <a:picLocks noChangeAspect="1"/>
          </p:cNvPicPr>
          <p:nvPr/>
        </p:nvPicPr>
        <p:blipFill>
          <a:blip r:embed="rId23">
            <a:extLst>
              <a:ext uri="{28A0092B-C50C-407E-A947-70E740481C1C}">
                <a14:useLocalDpi xmlns:a14="http://schemas.microsoft.com/office/drawing/2010/main" val="0"/>
              </a:ext>
            </a:extLst>
          </a:blip>
          <a:srcRect/>
          <a:stretch>
            <a:fillRect/>
          </a:stretch>
        </p:blipFill>
        <p:spPr bwMode="auto">
          <a:xfrm>
            <a:off x="6890938" y="2154069"/>
            <a:ext cx="1255815" cy="66976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31F5D8A-9738-43F4-8E4A-F5E90B481FB3}"/>
              </a:ext>
            </a:extLst>
          </p:cNvPr>
          <p:cNvPicPr>
            <a:picLocks noChangeAspect="1"/>
          </p:cNvPicPr>
          <p:nvPr/>
        </p:nvPicPr>
        <p:blipFill>
          <a:blip r:embed="rId24">
            <a:extLst>
              <a:ext uri="{28A0092B-C50C-407E-A947-70E740481C1C}">
                <a14:useLocalDpi xmlns:a14="http://schemas.microsoft.com/office/drawing/2010/main" val="0"/>
              </a:ext>
            </a:extLst>
          </a:blip>
          <a:srcRect/>
          <a:stretch>
            <a:fillRect/>
          </a:stretch>
        </p:blipFill>
        <p:spPr bwMode="auto">
          <a:xfrm>
            <a:off x="9296777" y="3329451"/>
            <a:ext cx="2160000" cy="369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CFB06F5-F1A0-0709-C77A-2BE5886D7779}"/>
              </a:ext>
            </a:extLst>
          </p:cNvPr>
          <p:cNvPicPr>
            <a:picLocks noChangeAspect="1"/>
          </p:cNvPicPr>
          <p:nvPr/>
        </p:nvPicPr>
        <p:blipFill>
          <a:blip r:embed="rId25">
            <a:extLst>
              <a:ext uri="{28A0092B-C50C-407E-A947-70E740481C1C}">
                <a14:useLocalDpi xmlns:a14="http://schemas.microsoft.com/office/drawing/2010/main" val="0"/>
              </a:ext>
            </a:extLst>
          </a:blip>
          <a:srcRect/>
          <a:stretch>
            <a:fillRect/>
          </a:stretch>
        </p:blipFill>
        <p:spPr bwMode="auto">
          <a:xfrm>
            <a:off x="3284331" y="3112902"/>
            <a:ext cx="2651549" cy="695105"/>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a:extLst>
              <a:ext uri="{FF2B5EF4-FFF2-40B4-BE49-F238E27FC236}">
                <a16:creationId xmlns:a16="http://schemas.microsoft.com/office/drawing/2014/main" id="{B192DFBA-A377-86E5-8606-968591CECB25}"/>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220032" y="4324071"/>
            <a:ext cx="1828933" cy="514305"/>
          </a:xfrm>
          <a:prstGeom prst="rect">
            <a:avLst/>
          </a:prstGeom>
        </p:spPr>
      </p:pic>
      <p:pic>
        <p:nvPicPr>
          <p:cNvPr id="6" name="Graphic 5">
            <a:extLst>
              <a:ext uri="{FF2B5EF4-FFF2-40B4-BE49-F238E27FC236}">
                <a16:creationId xmlns:a16="http://schemas.microsoft.com/office/drawing/2014/main" id="{FB52EFE3-C83B-DD43-81F4-CA7CE68B72E9}"/>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7846199" y="4324071"/>
            <a:ext cx="1179942" cy="642542"/>
          </a:xfrm>
          <a:prstGeom prst="rect">
            <a:avLst/>
          </a:prstGeom>
        </p:spPr>
      </p:pic>
      <p:sp>
        <p:nvSpPr>
          <p:cNvPr id="2" name="TextBox 1">
            <a:extLst>
              <a:ext uri="{FF2B5EF4-FFF2-40B4-BE49-F238E27FC236}">
                <a16:creationId xmlns:a16="http://schemas.microsoft.com/office/drawing/2014/main" id="{F24530AC-CBC2-57B5-4172-A386F80890F0}"/>
              </a:ext>
            </a:extLst>
          </p:cNvPr>
          <p:cNvSpPr txBox="1"/>
          <p:nvPr/>
        </p:nvSpPr>
        <p:spPr>
          <a:xfrm>
            <a:off x="8271080" y="5750809"/>
            <a:ext cx="3854245" cy="307777"/>
          </a:xfrm>
          <a:prstGeom prst="rect">
            <a:avLst/>
          </a:prstGeom>
          <a:noFill/>
        </p:spPr>
        <p:txBody>
          <a:bodyPr wrap="square" rtlCol="0">
            <a:spAutoFit/>
          </a:bodyPr>
          <a:lstStyle/>
          <a:p>
            <a:pPr algn="r"/>
            <a:r>
              <a:rPr lang="en-GB" sz="1400" b="1" dirty="0"/>
              <a:t>EVENT PARTNERS</a:t>
            </a:r>
          </a:p>
        </p:txBody>
      </p:sp>
      <p:pic>
        <p:nvPicPr>
          <p:cNvPr id="4" name="Picture 3">
            <a:extLst>
              <a:ext uri="{FF2B5EF4-FFF2-40B4-BE49-F238E27FC236}">
                <a16:creationId xmlns:a16="http://schemas.microsoft.com/office/drawing/2014/main" id="{87D9297E-D4DF-D269-5E5E-C95B295E2672}"/>
              </a:ext>
            </a:extLst>
          </p:cNvPr>
          <p:cNvPicPr>
            <a:picLocks noChangeAspect="1"/>
          </p:cNvPicPr>
          <p:nvPr/>
        </p:nvPicPr>
        <p:blipFill>
          <a:blip r:embed="rId30"/>
          <a:stretch>
            <a:fillRect/>
          </a:stretch>
        </p:blipFill>
        <p:spPr>
          <a:xfrm>
            <a:off x="5082303" y="6017969"/>
            <a:ext cx="2705899" cy="603759"/>
          </a:xfrm>
          <a:prstGeom prst="rect">
            <a:avLst/>
          </a:prstGeom>
        </p:spPr>
      </p:pic>
      <p:pic>
        <p:nvPicPr>
          <p:cNvPr id="7" name="Picture 4">
            <a:extLst>
              <a:ext uri="{FF2B5EF4-FFF2-40B4-BE49-F238E27FC236}">
                <a16:creationId xmlns:a16="http://schemas.microsoft.com/office/drawing/2014/main" id="{3107CBCC-363B-5A7F-AF24-E534518ED20D}"/>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916957" y="5953753"/>
            <a:ext cx="669768" cy="66976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ECD34A0-6286-4C1D-2B66-819B6EC6AC82}"/>
              </a:ext>
            </a:extLst>
          </p:cNvPr>
          <p:cNvSpPr txBox="1"/>
          <p:nvPr/>
        </p:nvSpPr>
        <p:spPr>
          <a:xfrm>
            <a:off x="3648140" y="5832830"/>
            <a:ext cx="910927" cy="261610"/>
          </a:xfrm>
          <a:prstGeom prst="rect">
            <a:avLst/>
          </a:prstGeom>
          <a:noFill/>
        </p:spPr>
        <p:txBody>
          <a:bodyPr wrap="square" rtlCol="0">
            <a:spAutoFit/>
          </a:bodyPr>
          <a:lstStyle/>
          <a:p>
            <a:r>
              <a:rPr lang="en-GB" sz="1050" b="1" dirty="0"/>
              <a:t>SPONSORS</a:t>
            </a:r>
          </a:p>
        </p:txBody>
      </p:sp>
      <p:sp>
        <p:nvSpPr>
          <p:cNvPr id="9" name="TextBox 8">
            <a:extLst>
              <a:ext uri="{FF2B5EF4-FFF2-40B4-BE49-F238E27FC236}">
                <a16:creationId xmlns:a16="http://schemas.microsoft.com/office/drawing/2014/main" id="{AF3514A9-91E3-3CE5-1B9C-9D5626CC7E20}"/>
              </a:ext>
            </a:extLst>
          </p:cNvPr>
          <p:cNvSpPr txBox="1"/>
          <p:nvPr/>
        </p:nvSpPr>
        <p:spPr>
          <a:xfrm>
            <a:off x="11473314" y="4242305"/>
            <a:ext cx="1611830" cy="261610"/>
          </a:xfrm>
          <a:prstGeom prst="rect">
            <a:avLst/>
          </a:prstGeom>
          <a:noFill/>
        </p:spPr>
        <p:txBody>
          <a:bodyPr wrap="square" rtlCol="0">
            <a:spAutoFit/>
          </a:bodyPr>
          <a:lstStyle/>
          <a:p>
            <a:r>
              <a:rPr lang="en-GB" sz="1050" b="1" dirty="0"/>
              <a:t>SILVER</a:t>
            </a:r>
          </a:p>
        </p:txBody>
      </p:sp>
      <p:sp>
        <p:nvSpPr>
          <p:cNvPr id="12" name="TextBox 11">
            <a:extLst>
              <a:ext uri="{FF2B5EF4-FFF2-40B4-BE49-F238E27FC236}">
                <a16:creationId xmlns:a16="http://schemas.microsoft.com/office/drawing/2014/main" id="{072A743B-147C-4CE4-58A6-15C8F231121B}"/>
              </a:ext>
            </a:extLst>
          </p:cNvPr>
          <p:cNvSpPr txBox="1"/>
          <p:nvPr/>
        </p:nvSpPr>
        <p:spPr>
          <a:xfrm>
            <a:off x="11538094" y="1953442"/>
            <a:ext cx="1611830" cy="261610"/>
          </a:xfrm>
          <a:prstGeom prst="rect">
            <a:avLst/>
          </a:prstGeom>
          <a:noFill/>
        </p:spPr>
        <p:txBody>
          <a:bodyPr wrap="square" rtlCol="0">
            <a:spAutoFit/>
          </a:bodyPr>
          <a:lstStyle/>
          <a:p>
            <a:r>
              <a:rPr lang="en-GB" sz="1050" b="1" dirty="0"/>
              <a:t>GOLD</a:t>
            </a:r>
          </a:p>
        </p:txBody>
      </p:sp>
      <p:sp>
        <p:nvSpPr>
          <p:cNvPr id="16" name="TextBox 15">
            <a:extLst>
              <a:ext uri="{FF2B5EF4-FFF2-40B4-BE49-F238E27FC236}">
                <a16:creationId xmlns:a16="http://schemas.microsoft.com/office/drawing/2014/main" id="{E661E702-091A-74DD-37D8-977FD5ADC42D}"/>
              </a:ext>
            </a:extLst>
          </p:cNvPr>
          <p:cNvSpPr txBox="1"/>
          <p:nvPr/>
        </p:nvSpPr>
        <p:spPr>
          <a:xfrm>
            <a:off x="11319410" y="112449"/>
            <a:ext cx="1611830" cy="261610"/>
          </a:xfrm>
          <a:prstGeom prst="rect">
            <a:avLst/>
          </a:prstGeom>
          <a:noFill/>
        </p:spPr>
        <p:txBody>
          <a:bodyPr wrap="square" rtlCol="0">
            <a:spAutoFit/>
          </a:bodyPr>
          <a:lstStyle/>
          <a:p>
            <a:r>
              <a:rPr lang="en-GB" sz="1050" b="1" dirty="0"/>
              <a:t>PLATINUM</a:t>
            </a:r>
          </a:p>
        </p:txBody>
      </p:sp>
    </p:spTree>
    <p:extLst>
      <p:ext uri="{BB962C8B-B14F-4D97-AF65-F5344CB8AC3E}">
        <p14:creationId xmlns:p14="http://schemas.microsoft.com/office/powerpoint/2010/main" val="377835408"/>
      </p:ext>
    </p:extLst>
  </p:cSld>
  <p:clrMapOvr>
    <a:masterClrMapping/>
  </p:clrMapOvr>
</p:sld>
</file>

<file path=ppt/theme/theme1.xml><?xml version="1.0" encoding="utf-8"?>
<a:theme xmlns:a="http://schemas.openxmlformats.org/drawingml/2006/main" name="Session Slides">
  <a:themeElements>
    <a:clrScheme name="Custom 1">
      <a:dk1>
        <a:srgbClr val="FFFFFF"/>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ponsor Slid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a91758a-2288-4e2a-b879-1b5dad0e4cfc">
      <Terms xmlns="http://schemas.microsoft.com/office/infopath/2007/PartnerControls"/>
    </lcf76f155ced4ddcb4097134ff3c332f>
    <TaxCatchAll xmlns="04706fbb-3dbe-40c8-acbc-b0268657d40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3BCAF23DF094D4C98196066D1F95540" ma:contentTypeVersion="12" ma:contentTypeDescription="Create a new document." ma:contentTypeScope="" ma:versionID="e0252dfd77bd2787d630bdf37eab2087">
  <xsd:schema xmlns:xsd="http://www.w3.org/2001/XMLSchema" xmlns:xs="http://www.w3.org/2001/XMLSchema" xmlns:p="http://schemas.microsoft.com/office/2006/metadata/properties" xmlns:ns2="fa91758a-2288-4e2a-b879-1b5dad0e4cfc" xmlns:ns3="04706fbb-3dbe-40c8-acbc-b0268657d405" targetNamespace="http://schemas.microsoft.com/office/2006/metadata/properties" ma:root="true" ma:fieldsID="db8b91ca9683a0f8fbc19c95cb4eed5d" ns2:_="" ns3:_="">
    <xsd:import namespace="fa91758a-2288-4e2a-b879-1b5dad0e4cfc"/>
    <xsd:import namespace="04706fbb-3dbe-40c8-acbc-b0268657d40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91758a-2288-4e2a-b879-1b5dad0e4c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18cd746-5bd1-4ed0-aa24-9a5fb9e8ba9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4706fbb-3dbe-40c8-acbc-b0268657d40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91ca93e-8df5-461c-ba39-aa968c7b0f19}" ma:internalName="TaxCatchAll" ma:showField="CatchAllData" ma:web="04706fbb-3dbe-40c8-acbc-b0268657d4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E239AE2-4CC0-47C7-965D-7788BFB0AB12}">
  <ds:schemaRefs>
    <ds:schemaRef ds:uri="http://purl.org/dc/elements/1.1/"/>
    <ds:schemaRef ds:uri="fa91758a-2288-4e2a-b879-1b5dad0e4cfc"/>
    <ds:schemaRef ds:uri="http://schemas.microsoft.com/office/2006/documentManagement/types"/>
    <ds:schemaRef ds:uri="http://www.w3.org/XML/1998/namespace"/>
    <ds:schemaRef ds:uri="http://schemas.microsoft.com/office/2006/metadata/properties"/>
    <ds:schemaRef ds:uri="http://purl.org/dc/dcmitype/"/>
    <ds:schemaRef ds:uri="http://schemas.microsoft.com/office/infopath/2007/PartnerControls"/>
    <ds:schemaRef ds:uri="http://schemas.openxmlformats.org/package/2006/metadata/core-properties"/>
    <ds:schemaRef ds:uri="04706fbb-3dbe-40c8-acbc-b0268657d405"/>
    <ds:schemaRef ds:uri="http://purl.org/dc/terms/"/>
  </ds:schemaRefs>
</ds:datastoreItem>
</file>

<file path=customXml/itemProps2.xml><?xml version="1.0" encoding="utf-8"?>
<ds:datastoreItem xmlns:ds="http://schemas.openxmlformats.org/officeDocument/2006/customXml" ds:itemID="{9F9A378B-A047-4B9B-A1E2-34C2D98A62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91758a-2288-4e2a-b879-1b5dad0e4cfc"/>
    <ds:schemaRef ds:uri="04706fbb-3dbe-40c8-acbc-b0268657d4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FE45E69-4A38-4F72-BD27-FF6D0F43778F}">
  <ds:schemaRefs>
    <ds:schemaRef ds:uri="http://schemas.microsoft.com/sharepoint/v3/contenttype/forms"/>
  </ds:schemaRefs>
</ds:datastoreItem>
</file>

<file path=docMetadata/LabelInfo.xml><?xml version="1.0" encoding="utf-8"?>
<clbl:labelList xmlns:clbl="http://schemas.microsoft.com/office/2020/mipLabelMetadata">
  <clbl:label id="{87ba5c36-b7cf-4793-bbc2-bd5b3a9f95ca}"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1208</TotalTime>
  <Words>2287</Words>
  <Application>Microsoft Office PowerPoint</Application>
  <PresentationFormat>Widescreen</PresentationFormat>
  <Paragraphs>334</Paragraphs>
  <Slides>55</Slides>
  <Notes>29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55</vt:i4>
      </vt:variant>
    </vt:vector>
  </HeadingPairs>
  <TitlesOfParts>
    <vt:vector size="62" baseType="lpstr">
      <vt:lpstr>Aptos</vt:lpstr>
      <vt:lpstr>Aptos Black</vt:lpstr>
      <vt:lpstr>Arial</vt:lpstr>
      <vt:lpstr>Segoe UI</vt:lpstr>
      <vt:lpstr>Segoe UI Semilight</vt:lpstr>
      <vt:lpstr>Session Slides</vt:lpstr>
      <vt:lpstr>Sponsor Slide</vt:lpstr>
      <vt:lpstr> Endpoint Privilege Management and App Control for Business: Friends or Foes?</vt:lpstr>
      <vt:lpstr>Jens Du Four</vt:lpstr>
      <vt:lpstr>PowerPoint Presentation</vt:lpstr>
      <vt:lpstr>A brief recap of EPM</vt:lpstr>
      <vt:lpstr>PowerPoint Presentation</vt:lpstr>
      <vt:lpstr>What is the problem?</vt:lpstr>
      <vt:lpstr>How does it work?</vt:lpstr>
      <vt:lpstr>A short introduction of App Control for Business</vt:lpstr>
      <vt:lpstr>What is App Control for Business?</vt:lpstr>
      <vt:lpstr>Overview of App Control for Business</vt:lpstr>
      <vt:lpstr>How does it work? </vt:lpstr>
      <vt:lpstr>Workflow</vt:lpstr>
      <vt:lpstr>Policy Sync Schedule</vt:lpstr>
      <vt:lpstr>Creating App Control for Business policies</vt:lpstr>
      <vt:lpstr>Getting started with App Control for Business policies</vt:lpstr>
      <vt:lpstr>Getting started with App Control for Business policies</vt:lpstr>
      <vt:lpstr>Getting started with App Control for Business policies</vt:lpstr>
      <vt:lpstr>Getting started with App Control for Business policies</vt:lpstr>
      <vt:lpstr>Creating the XML</vt:lpstr>
      <vt:lpstr>App Control Policy Wizard</vt:lpstr>
      <vt:lpstr>Creating a Base Policy</vt:lpstr>
      <vt:lpstr>PowerPoint Presentation</vt:lpstr>
      <vt:lpstr>PowerPoint Presentation</vt:lpstr>
      <vt:lpstr>Using a supplemental policy</vt:lpstr>
      <vt:lpstr>Creating a Supplemental Policy</vt:lpstr>
      <vt:lpstr>Using a Managed Installer</vt:lpstr>
      <vt:lpstr>Monitoring App Control for Business policies</vt:lpstr>
      <vt:lpstr>Monitoring App Control for Business policies</vt:lpstr>
      <vt:lpstr>Troubleshooting from the endpoint </vt:lpstr>
      <vt:lpstr>Troubleshoot using the Registry</vt:lpstr>
      <vt:lpstr>Troubleshoot using PowerShell</vt:lpstr>
      <vt:lpstr>Troubleshoot using PowerShell</vt:lpstr>
      <vt:lpstr>Troubleshoot using File Explorer</vt:lpstr>
      <vt:lpstr>Troubleshoot using File Explorer</vt:lpstr>
      <vt:lpstr>Troubleshoot using the Event Viewer</vt:lpstr>
      <vt:lpstr>Troubleshoot using the Event Viewer</vt:lpstr>
      <vt:lpstr>Troubleshoot using the Event Viewer</vt:lpstr>
      <vt:lpstr>Troubleshoot using the Event Viewer</vt:lpstr>
      <vt:lpstr>Troubleshoot using the Intune Management Extension logs</vt:lpstr>
      <vt:lpstr>Troubleshoot using KQL (Device Query)</vt:lpstr>
      <vt:lpstr>Best Practices for App Control for Business</vt:lpstr>
      <vt:lpstr>Deployment considerations for Endpoint Privilege Management</vt:lpstr>
      <vt:lpstr>Monitoring the impact of EPM on App Control for Business</vt:lpstr>
      <vt:lpstr>Monitoring the impact of EPM on App Control for Business</vt:lpstr>
      <vt:lpstr>Remediating the impact of EPM</vt:lpstr>
      <vt:lpstr>Creating the XML</vt:lpstr>
      <vt:lpstr>Troubleshooting EPM – Confirm Dual Enrollment</vt:lpstr>
      <vt:lpstr>Troubleshooting EPM – Check the files</vt:lpstr>
      <vt:lpstr>Troubleshooting EPM – Verify the EPM Service</vt:lpstr>
      <vt:lpstr>Troubleshooting EPM - PowerShell</vt:lpstr>
      <vt:lpstr>Troubleshooting EPM - PowerShell</vt:lpstr>
      <vt:lpstr>We’re not in Kansas anymore…</vt:lpstr>
      <vt:lpstr>Possible future solutions?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Lewis Barry</dc:creator>
  <cp:lastModifiedBy>Jens Du Four</cp:lastModifiedBy>
  <cp:revision>12</cp:revision>
  <dcterms:created xsi:type="dcterms:W3CDTF">2025-02-08T13:16:44Z</dcterms:created>
  <dcterms:modified xsi:type="dcterms:W3CDTF">2025-06-18T11:17:38Z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0x01010063BCAF23DF094D4C98196066D1F95540</vt:lpwstr>
  </property>
  <property fmtid="{D5CDD505-2E9C-101B-9397-08002B2CF9AE}" pid="3" name="MediaServiceImageTags">
    <vt:lpwstr/>
  </property>
</Properties>
</file>